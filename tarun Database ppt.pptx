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D04B24-F269-47C7-935B-EF408B45EC63}" v="16" dt="2026-04-12T21:45:41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chalpreet Kaur" userId="99efa711e0211b1e" providerId="LiveId" clId="{3408BA4A-8168-411A-BEEF-C443772C73A3}"/>
    <pc:docChg chg="undo redo custSel addSld delSld modSld">
      <pc:chgData name="Chanchalpreet Kaur" userId="99efa711e0211b1e" providerId="LiveId" clId="{3408BA4A-8168-411A-BEEF-C443772C73A3}" dt="2026-04-12T21:46:20.652" v="138" actId="20577"/>
      <pc:docMkLst>
        <pc:docMk/>
      </pc:docMkLst>
      <pc:sldChg chg="modSp mod modTransition">
        <pc:chgData name="Chanchalpreet Kaur" userId="99efa711e0211b1e" providerId="LiveId" clId="{3408BA4A-8168-411A-BEEF-C443772C73A3}" dt="2026-04-12T21:40:18.136" v="82" actId="20577"/>
        <pc:sldMkLst>
          <pc:docMk/>
          <pc:sldMk cId="0" sldId="256"/>
        </pc:sldMkLst>
        <pc:spChg chg="mod">
          <ac:chgData name="Chanchalpreet Kaur" userId="99efa711e0211b1e" providerId="LiveId" clId="{3408BA4A-8168-411A-BEEF-C443772C73A3}" dt="2026-04-12T21:40:18.136" v="82" actId="20577"/>
          <ac:spMkLst>
            <pc:docMk/>
            <pc:sldMk cId="0" sldId="256"/>
            <ac:spMk id="3" creationId="{00000000-0000-0000-0000-000000000000}"/>
          </ac:spMkLst>
        </pc:spChg>
      </pc:sldChg>
      <pc:sldChg chg="modTransition">
        <pc:chgData name="Chanchalpreet Kaur" userId="99efa711e0211b1e" providerId="LiveId" clId="{3408BA4A-8168-411A-BEEF-C443772C73A3}" dt="2026-04-12T21:34:15.707" v="2"/>
        <pc:sldMkLst>
          <pc:docMk/>
          <pc:sldMk cId="0" sldId="257"/>
        </pc:sldMkLst>
      </pc:sldChg>
      <pc:sldChg chg="modTransition">
        <pc:chgData name="Chanchalpreet Kaur" userId="99efa711e0211b1e" providerId="LiveId" clId="{3408BA4A-8168-411A-BEEF-C443772C73A3}" dt="2026-04-12T21:34:18.739" v="3"/>
        <pc:sldMkLst>
          <pc:docMk/>
          <pc:sldMk cId="0" sldId="258"/>
        </pc:sldMkLst>
      </pc:sldChg>
      <pc:sldChg chg="modTransition">
        <pc:chgData name="Chanchalpreet Kaur" userId="99efa711e0211b1e" providerId="LiveId" clId="{3408BA4A-8168-411A-BEEF-C443772C73A3}" dt="2026-04-12T21:34:21.419" v="4"/>
        <pc:sldMkLst>
          <pc:docMk/>
          <pc:sldMk cId="0" sldId="259"/>
        </pc:sldMkLst>
      </pc:sldChg>
      <pc:sldChg chg="addSp modSp mod modTransition">
        <pc:chgData name="Chanchalpreet Kaur" userId="99efa711e0211b1e" providerId="LiveId" clId="{3408BA4A-8168-411A-BEEF-C443772C73A3}" dt="2026-04-12T21:37:42.814" v="26" actId="1076"/>
        <pc:sldMkLst>
          <pc:docMk/>
          <pc:sldMk cId="0" sldId="260"/>
        </pc:sldMkLst>
        <pc:graphicFrameChg chg="mod">
          <ac:chgData name="Chanchalpreet Kaur" userId="99efa711e0211b1e" providerId="LiveId" clId="{3408BA4A-8168-411A-BEEF-C443772C73A3}" dt="2026-04-12T21:37:12.209" v="22" actId="14100"/>
          <ac:graphicFrameMkLst>
            <pc:docMk/>
            <pc:sldMk cId="0" sldId="260"/>
            <ac:graphicFrameMk id="5" creationId="{D8163B82-3F18-FF3A-7766-65EAF3FEA24D}"/>
          </ac:graphicFrameMkLst>
        </pc:graphicFrameChg>
        <pc:picChg chg="add mod">
          <ac:chgData name="Chanchalpreet Kaur" userId="99efa711e0211b1e" providerId="LiveId" clId="{3408BA4A-8168-411A-BEEF-C443772C73A3}" dt="2026-04-12T21:37:42.814" v="26" actId="1076"/>
          <ac:picMkLst>
            <pc:docMk/>
            <pc:sldMk cId="0" sldId="260"/>
            <ac:picMk id="4" creationId="{D1C325DF-9B8B-8027-291D-DCE0EC35FC41}"/>
          </ac:picMkLst>
        </pc:picChg>
      </pc:sldChg>
      <pc:sldChg chg="modTransition">
        <pc:chgData name="Chanchalpreet Kaur" userId="99efa711e0211b1e" providerId="LiveId" clId="{3408BA4A-8168-411A-BEEF-C443772C73A3}" dt="2026-04-12T21:34:27.680" v="6"/>
        <pc:sldMkLst>
          <pc:docMk/>
          <pc:sldMk cId="0" sldId="261"/>
        </pc:sldMkLst>
      </pc:sldChg>
      <pc:sldChg chg="modTransition">
        <pc:chgData name="Chanchalpreet Kaur" userId="99efa711e0211b1e" providerId="LiveId" clId="{3408BA4A-8168-411A-BEEF-C443772C73A3}" dt="2026-04-12T21:34:30.844" v="7"/>
        <pc:sldMkLst>
          <pc:docMk/>
          <pc:sldMk cId="0" sldId="262"/>
        </pc:sldMkLst>
      </pc:sldChg>
      <pc:sldChg chg="modTransition">
        <pc:chgData name="Chanchalpreet Kaur" userId="99efa711e0211b1e" providerId="LiveId" clId="{3408BA4A-8168-411A-BEEF-C443772C73A3}" dt="2026-04-12T21:34:33.354" v="8"/>
        <pc:sldMkLst>
          <pc:docMk/>
          <pc:sldMk cId="0" sldId="263"/>
        </pc:sldMkLst>
      </pc:sldChg>
      <pc:sldChg chg="addSp delSp modSp mod modTransition">
        <pc:chgData name="Chanchalpreet Kaur" userId="99efa711e0211b1e" providerId="LiveId" clId="{3408BA4A-8168-411A-BEEF-C443772C73A3}" dt="2026-04-12T21:45:51.430" v="111" actId="14100"/>
        <pc:sldMkLst>
          <pc:docMk/>
          <pc:sldMk cId="0" sldId="264"/>
        </pc:sldMkLst>
        <pc:spChg chg="mod">
          <ac:chgData name="Chanchalpreet Kaur" userId="99efa711e0211b1e" providerId="LiveId" clId="{3408BA4A-8168-411A-BEEF-C443772C73A3}" dt="2026-04-12T21:39:45.382" v="77" actId="26606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Chanchalpreet Kaur" userId="99efa711e0211b1e" providerId="LiveId" clId="{3408BA4A-8168-411A-BEEF-C443772C73A3}" dt="2026-04-12T21:39:45.382" v="77" actId="26606"/>
          <ac:spMkLst>
            <pc:docMk/>
            <pc:sldMk cId="0" sldId="264"/>
            <ac:spMk id="3" creationId="{C487CB98-D1A4-208E-668C-0E2D51DE8865}"/>
          </ac:spMkLst>
        </pc:spChg>
        <pc:spChg chg="del">
          <ac:chgData name="Chanchalpreet Kaur" userId="99efa711e0211b1e" providerId="LiveId" clId="{3408BA4A-8168-411A-BEEF-C443772C73A3}" dt="2026-04-12T21:39:45.382" v="77" actId="26606"/>
          <ac:spMkLst>
            <pc:docMk/>
            <pc:sldMk cId="0" sldId="264"/>
            <ac:spMk id="22" creationId="{A8384FB5-9ADC-4DDC-881B-597D56F5B15D}"/>
          </ac:spMkLst>
        </pc:spChg>
        <pc:spChg chg="del">
          <ac:chgData name="Chanchalpreet Kaur" userId="99efa711e0211b1e" providerId="LiveId" clId="{3408BA4A-8168-411A-BEEF-C443772C73A3}" dt="2026-04-12T21:39:45.382" v="77" actId="26606"/>
          <ac:spMkLst>
            <pc:docMk/>
            <pc:sldMk cId="0" sldId="264"/>
            <ac:spMk id="24" creationId="{1199E1B1-A8C0-4FE8-A5A8-1CB41D69F857}"/>
          </ac:spMkLst>
        </pc:spChg>
        <pc:spChg chg="del">
          <ac:chgData name="Chanchalpreet Kaur" userId="99efa711e0211b1e" providerId="LiveId" clId="{3408BA4A-8168-411A-BEEF-C443772C73A3}" dt="2026-04-12T21:39:45.382" v="77" actId="26606"/>
          <ac:spMkLst>
            <pc:docMk/>
            <pc:sldMk cId="0" sldId="264"/>
            <ac:spMk id="26" creationId="{84A8DE83-DE75-4B41-9DB4-A7EC0B0DEC0B}"/>
          </ac:spMkLst>
        </pc:spChg>
        <pc:spChg chg="del">
          <ac:chgData name="Chanchalpreet Kaur" userId="99efa711e0211b1e" providerId="LiveId" clId="{3408BA4A-8168-411A-BEEF-C443772C73A3}" dt="2026-04-12T21:39:45.382" v="77" actId="26606"/>
          <ac:spMkLst>
            <pc:docMk/>
            <pc:sldMk cId="0" sldId="264"/>
            <ac:spMk id="28" creationId="{A7009A0A-BEF5-4EAC-AF15-E4F9F002E239}"/>
          </ac:spMkLst>
        </pc:spChg>
        <pc:spChg chg="add">
          <ac:chgData name="Chanchalpreet Kaur" userId="99efa711e0211b1e" providerId="LiveId" clId="{3408BA4A-8168-411A-BEEF-C443772C73A3}" dt="2026-04-12T21:39:45.382" v="77" actId="26606"/>
          <ac:spMkLst>
            <pc:docMk/>
            <pc:sldMk cId="0" sldId="264"/>
            <ac:spMk id="34" creationId="{BACC6370-2D7E-4714-9D71-7542949D7D5D}"/>
          </ac:spMkLst>
        </pc:spChg>
        <pc:spChg chg="add">
          <ac:chgData name="Chanchalpreet Kaur" userId="99efa711e0211b1e" providerId="LiveId" clId="{3408BA4A-8168-411A-BEEF-C443772C73A3}" dt="2026-04-12T21:39:45.382" v="77" actId="26606"/>
          <ac:spMkLst>
            <pc:docMk/>
            <pc:sldMk cId="0" sldId="264"/>
            <ac:spMk id="36" creationId="{F68B3F68-107C-434F-AA38-110D5EA91B85}"/>
          </ac:spMkLst>
        </pc:spChg>
        <pc:spChg chg="add">
          <ac:chgData name="Chanchalpreet Kaur" userId="99efa711e0211b1e" providerId="LiveId" clId="{3408BA4A-8168-411A-BEEF-C443772C73A3}" dt="2026-04-12T21:39:45.382" v="77" actId="26606"/>
          <ac:spMkLst>
            <pc:docMk/>
            <pc:sldMk cId="0" sldId="264"/>
            <ac:spMk id="38" creationId="{AAD0DBB9-1A4B-4391-81D4-CB19F9AB918A}"/>
          </ac:spMkLst>
        </pc:spChg>
        <pc:spChg chg="add">
          <ac:chgData name="Chanchalpreet Kaur" userId="99efa711e0211b1e" providerId="LiveId" clId="{3408BA4A-8168-411A-BEEF-C443772C73A3}" dt="2026-04-12T21:39:45.382" v="77" actId="26606"/>
          <ac:spMkLst>
            <pc:docMk/>
            <pc:sldMk cId="0" sldId="264"/>
            <ac:spMk id="40" creationId="{063BBA22-50EA-4C4D-BE05-F1CE4E63AA56}"/>
          </ac:spMkLst>
        </pc:spChg>
        <pc:graphicFrameChg chg="mod modGraphic">
          <ac:chgData name="Chanchalpreet Kaur" userId="99efa711e0211b1e" providerId="LiveId" clId="{3408BA4A-8168-411A-BEEF-C443772C73A3}" dt="2026-04-12T21:45:51.430" v="111" actId="14100"/>
          <ac:graphicFrameMkLst>
            <pc:docMk/>
            <pc:sldMk cId="0" sldId="264"/>
            <ac:graphicFrameMk id="30" creationId="{F02BF197-AA23-C59E-4DBE-37701563C92D}"/>
          </ac:graphicFrameMkLst>
        </pc:graphicFrameChg>
        <pc:picChg chg="add mod">
          <ac:chgData name="Chanchalpreet Kaur" userId="99efa711e0211b1e" providerId="LiveId" clId="{3408BA4A-8168-411A-BEEF-C443772C73A3}" dt="2026-04-12T21:39:52.357" v="80" actId="1076"/>
          <ac:picMkLst>
            <pc:docMk/>
            <pc:sldMk cId="0" sldId="264"/>
            <ac:picMk id="4" creationId="{CD784644-F460-8257-9F06-7AD311D00B5F}"/>
          </ac:picMkLst>
        </pc:picChg>
        <pc:picChg chg="del mod">
          <ac:chgData name="Chanchalpreet Kaur" userId="99efa711e0211b1e" providerId="LiveId" clId="{3408BA4A-8168-411A-BEEF-C443772C73A3}" dt="2026-04-12T21:39:38.986" v="76" actId="21"/>
          <ac:picMkLst>
            <pc:docMk/>
            <pc:sldMk cId="0" sldId="264"/>
            <ac:picMk id="6" creationId="{CD784644-F460-8257-9F06-7AD311D00B5F}"/>
          </ac:picMkLst>
        </pc:picChg>
      </pc:sldChg>
      <pc:sldChg chg="modSp mod modTransition">
        <pc:chgData name="Chanchalpreet Kaur" userId="99efa711e0211b1e" providerId="LiveId" clId="{3408BA4A-8168-411A-BEEF-C443772C73A3}" dt="2026-04-12T21:46:20.652" v="138" actId="20577"/>
        <pc:sldMkLst>
          <pc:docMk/>
          <pc:sldMk cId="0" sldId="265"/>
        </pc:sldMkLst>
        <pc:graphicFrameChg chg="modGraphic">
          <ac:chgData name="Chanchalpreet Kaur" userId="99efa711e0211b1e" providerId="LiveId" clId="{3408BA4A-8168-411A-BEEF-C443772C73A3}" dt="2026-04-12T21:46:20.652" v="138" actId="20577"/>
          <ac:graphicFrameMkLst>
            <pc:docMk/>
            <pc:sldMk cId="0" sldId="265"/>
            <ac:graphicFrameMk id="21" creationId="{E678641B-1FF9-D537-8AD1-42B1FD081C6E}"/>
          </ac:graphicFrameMkLst>
        </pc:graphicFrameChg>
      </pc:sldChg>
      <pc:sldChg chg="addSp modSp new mod setBg">
        <pc:chgData name="Chanchalpreet Kaur" userId="99efa711e0211b1e" providerId="LiveId" clId="{3408BA4A-8168-411A-BEEF-C443772C73A3}" dt="2026-04-12T21:44:40.355" v="107" actId="27636"/>
        <pc:sldMkLst>
          <pc:docMk/>
          <pc:sldMk cId="94182663" sldId="266"/>
        </pc:sldMkLst>
        <pc:spChg chg="mod">
          <ac:chgData name="Chanchalpreet Kaur" userId="99efa711e0211b1e" providerId="LiveId" clId="{3408BA4A-8168-411A-BEEF-C443772C73A3}" dt="2026-04-12T21:44:40.355" v="107" actId="27636"/>
          <ac:spMkLst>
            <pc:docMk/>
            <pc:sldMk cId="94182663" sldId="266"/>
            <ac:spMk id="2" creationId="{8EEFBD6B-478C-2999-C5E6-AC695F2BE758}"/>
          </ac:spMkLst>
        </pc:spChg>
        <pc:spChg chg="add">
          <ac:chgData name="Chanchalpreet Kaur" userId="99efa711e0211b1e" providerId="LiveId" clId="{3408BA4A-8168-411A-BEEF-C443772C73A3}" dt="2026-04-12T21:43:55.923" v="97" actId="26606"/>
          <ac:spMkLst>
            <pc:docMk/>
            <pc:sldMk cId="94182663" sldId="266"/>
            <ac:spMk id="9" creationId="{A3363022-C969-41E9-8EB2-E4C94908C1FA}"/>
          </ac:spMkLst>
        </pc:spChg>
        <pc:spChg chg="add">
          <ac:chgData name="Chanchalpreet Kaur" userId="99efa711e0211b1e" providerId="LiveId" clId="{3408BA4A-8168-411A-BEEF-C443772C73A3}" dt="2026-04-12T21:43:55.923" v="97" actId="26606"/>
          <ac:spMkLst>
            <pc:docMk/>
            <pc:sldMk cId="94182663" sldId="266"/>
            <ac:spMk id="11" creationId="{8D1AD6B3-BE88-4CEB-BA17-790657CC4729}"/>
          </ac:spMkLst>
        </pc:spChg>
        <pc:grpChg chg="add">
          <ac:chgData name="Chanchalpreet Kaur" userId="99efa711e0211b1e" providerId="LiveId" clId="{3408BA4A-8168-411A-BEEF-C443772C73A3}" dt="2026-04-12T21:43:55.923" v="97" actId="26606"/>
          <ac:grpSpMkLst>
            <pc:docMk/>
            <pc:sldMk cId="94182663" sldId="266"/>
            <ac:grpSpMk id="13" creationId="{89D1390B-7E13-4B4F-9CB2-391063412E54}"/>
          </ac:grpSpMkLst>
        </pc:grpChg>
        <pc:picChg chg="add">
          <ac:chgData name="Chanchalpreet Kaur" userId="99efa711e0211b1e" providerId="LiveId" clId="{3408BA4A-8168-411A-BEEF-C443772C73A3}" dt="2026-04-12T21:43:55.923" v="97" actId="26606"/>
          <ac:picMkLst>
            <pc:docMk/>
            <pc:sldMk cId="94182663" sldId="266"/>
            <ac:picMk id="6" creationId="{08D7CF77-039C-D5B3-6618-C118EE7312D7}"/>
          </ac:picMkLst>
        </pc:picChg>
      </pc:sldChg>
      <pc:sldChg chg="modSp add del mod modTransition">
        <pc:chgData name="Chanchalpreet Kaur" userId="99efa711e0211b1e" providerId="LiveId" clId="{3408BA4A-8168-411A-BEEF-C443772C73A3}" dt="2026-04-12T21:37:01.018" v="20" actId="47"/>
        <pc:sldMkLst>
          <pc:docMk/>
          <pc:sldMk cId="2961560625" sldId="266"/>
        </pc:sldMkLst>
        <pc:spChg chg="mod">
          <ac:chgData name="Chanchalpreet Kaur" userId="99efa711e0211b1e" providerId="LiveId" clId="{3408BA4A-8168-411A-BEEF-C443772C73A3}" dt="2026-04-12T21:35:32.036" v="14" actId="20577"/>
          <ac:spMkLst>
            <pc:docMk/>
            <pc:sldMk cId="2961560625" sldId="266"/>
            <ac:spMk id="2" creationId="{25E2B8D5-F5F9-FB4E-B024-131168A596A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C5C5A8-BD50-4BB8-9E08-028D12BD0D1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08B2222-DB5A-462C-8E19-9448199780E5}">
      <dgm:prSet/>
      <dgm:spPr/>
      <dgm:t>
        <a:bodyPr/>
        <a:lstStyle/>
        <a:p>
          <a:r>
            <a:rPr lang="en-US"/>
            <a:t>• Database systems manage data efficiently</a:t>
          </a:r>
        </a:p>
      </dgm:t>
    </dgm:pt>
    <dgm:pt modelId="{4915FC80-719F-4230-962C-2131115570ED}" type="parTrans" cxnId="{8C48DFCC-6AAF-47F7-B72D-2DE13D3A0D4D}">
      <dgm:prSet/>
      <dgm:spPr/>
      <dgm:t>
        <a:bodyPr/>
        <a:lstStyle/>
        <a:p>
          <a:endParaRPr lang="en-US"/>
        </a:p>
      </dgm:t>
    </dgm:pt>
    <dgm:pt modelId="{E66042AF-0655-4AA4-8449-476BD9AE3958}" type="sibTrans" cxnId="{8C48DFCC-6AAF-47F7-B72D-2DE13D3A0D4D}">
      <dgm:prSet/>
      <dgm:spPr/>
      <dgm:t>
        <a:bodyPr/>
        <a:lstStyle/>
        <a:p>
          <a:endParaRPr lang="en-US"/>
        </a:p>
      </dgm:t>
    </dgm:pt>
    <dgm:pt modelId="{15294FDA-0519-4FDC-95CF-3775D4DD186B}">
      <dgm:prSet/>
      <dgm:spPr/>
      <dgm:t>
        <a:bodyPr/>
        <a:lstStyle/>
        <a:p>
          <a:r>
            <a:rPr lang="en-US"/>
            <a:t>• Vehicle Management System</a:t>
          </a:r>
        </a:p>
      </dgm:t>
    </dgm:pt>
    <dgm:pt modelId="{40E9A882-8536-4F3D-B5F3-B4F2936FE9EF}" type="parTrans" cxnId="{43703F8A-109E-4CAF-A75C-520D822B5D98}">
      <dgm:prSet/>
      <dgm:spPr/>
      <dgm:t>
        <a:bodyPr/>
        <a:lstStyle/>
        <a:p>
          <a:endParaRPr lang="en-US"/>
        </a:p>
      </dgm:t>
    </dgm:pt>
    <dgm:pt modelId="{CFE7E1CC-286D-418E-901E-65ED2D08CC58}" type="sibTrans" cxnId="{43703F8A-109E-4CAF-A75C-520D822B5D98}">
      <dgm:prSet/>
      <dgm:spPr/>
      <dgm:t>
        <a:bodyPr/>
        <a:lstStyle/>
        <a:p>
          <a:endParaRPr lang="en-US"/>
        </a:p>
      </dgm:t>
    </dgm:pt>
    <dgm:pt modelId="{C312E44A-2EB6-48E0-B92D-595767AB432F}">
      <dgm:prSet/>
      <dgm:spPr/>
      <dgm:t>
        <a:bodyPr/>
        <a:lstStyle/>
        <a:p>
          <a:r>
            <a:rPr lang="en-US"/>
            <a:t>• Built using Java and SQLite</a:t>
          </a:r>
        </a:p>
      </dgm:t>
    </dgm:pt>
    <dgm:pt modelId="{3AB7767C-4AD4-459C-BE7B-20C0E815E0B7}" type="parTrans" cxnId="{C5B19003-226A-406B-A95B-91839F625AF9}">
      <dgm:prSet/>
      <dgm:spPr/>
      <dgm:t>
        <a:bodyPr/>
        <a:lstStyle/>
        <a:p>
          <a:endParaRPr lang="en-US"/>
        </a:p>
      </dgm:t>
    </dgm:pt>
    <dgm:pt modelId="{E869E958-41D7-49D7-A5D1-03FD638D21CA}" type="sibTrans" cxnId="{C5B19003-226A-406B-A95B-91839F625AF9}">
      <dgm:prSet/>
      <dgm:spPr/>
      <dgm:t>
        <a:bodyPr/>
        <a:lstStyle/>
        <a:p>
          <a:endParaRPr lang="en-US"/>
        </a:p>
      </dgm:t>
    </dgm:pt>
    <dgm:pt modelId="{D56EF1FC-DA32-4F71-85CC-1B4D2BC179D6}">
      <dgm:prSet/>
      <dgm:spPr/>
      <dgm:t>
        <a:bodyPr/>
        <a:lstStyle/>
        <a:p>
          <a:r>
            <a:rPr lang="en-US"/>
            <a:t>• Manages vehicles, owners, service records</a:t>
          </a:r>
        </a:p>
      </dgm:t>
    </dgm:pt>
    <dgm:pt modelId="{FE5F561A-C6B0-49BF-B9F6-05C2FB3087CC}" type="parTrans" cxnId="{1313F339-9361-49BE-95B7-2697395B307E}">
      <dgm:prSet/>
      <dgm:spPr/>
      <dgm:t>
        <a:bodyPr/>
        <a:lstStyle/>
        <a:p>
          <a:endParaRPr lang="en-US"/>
        </a:p>
      </dgm:t>
    </dgm:pt>
    <dgm:pt modelId="{5823BADA-199E-42EF-A7FB-1C9EC400998B}" type="sibTrans" cxnId="{1313F339-9361-49BE-95B7-2697395B307E}">
      <dgm:prSet/>
      <dgm:spPr/>
      <dgm:t>
        <a:bodyPr/>
        <a:lstStyle/>
        <a:p>
          <a:endParaRPr lang="en-US"/>
        </a:p>
      </dgm:t>
    </dgm:pt>
    <dgm:pt modelId="{9DA11579-8EC7-4FDA-B3A9-E0D1059821A4}" type="pres">
      <dgm:prSet presAssocID="{BCC5C5A8-BD50-4BB8-9E08-028D12BD0D18}" presName="root" presStyleCnt="0">
        <dgm:presLayoutVars>
          <dgm:dir/>
          <dgm:resizeHandles val="exact"/>
        </dgm:presLayoutVars>
      </dgm:prSet>
      <dgm:spPr/>
    </dgm:pt>
    <dgm:pt modelId="{CDA45257-2D68-4B88-970E-3908AEAD20DF}" type="pres">
      <dgm:prSet presAssocID="{C08B2222-DB5A-462C-8E19-9448199780E5}" presName="compNode" presStyleCnt="0"/>
      <dgm:spPr/>
    </dgm:pt>
    <dgm:pt modelId="{BFA7ABF0-0C4D-4F3D-BF5F-DD0F35B1BE6C}" type="pres">
      <dgm:prSet presAssocID="{C08B2222-DB5A-462C-8E19-9448199780E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0813992-5E51-4EEC-BD12-C70F9B5C15CB}" type="pres">
      <dgm:prSet presAssocID="{C08B2222-DB5A-462C-8E19-9448199780E5}" presName="spaceRect" presStyleCnt="0"/>
      <dgm:spPr/>
    </dgm:pt>
    <dgm:pt modelId="{36738D05-2F37-4649-821B-DA64B37EFB37}" type="pres">
      <dgm:prSet presAssocID="{C08B2222-DB5A-462C-8E19-9448199780E5}" presName="textRect" presStyleLbl="revTx" presStyleIdx="0" presStyleCnt="4">
        <dgm:presLayoutVars>
          <dgm:chMax val="1"/>
          <dgm:chPref val="1"/>
        </dgm:presLayoutVars>
      </dgm:prSet>
      <dgm:spPr/>
    </dgm:pt>
    <dgm:pt modelId="{48B0288F-02F8-47CA-BD15-24F20FF2F38C}" type="pres">
      <dgm:prSet presAssocID="{E66042AF-0655-4AA4-8449-476BD9AE3958}" presName="sibTrans" presStyleCnt="0"/>
      <dgm:spPr/>
    </dgm:pt>
    <dgm:pt modelId="{B49824D5-E39F-499C-91BE-C9E4A64703B2}" type="pres">
      <dgm:prSet presAssocID="{15294FDA-0519-4FDC-95CF-3775D4DD186B}" presName="compNode" presStyleCnt="0"/>
      <dgm:spPr/>
    </dgm:pt>
    <dgm:pt modelId="{163CD843-AA95-47F7-B00C-449034A8F448}" type="pres">
      <dgm:prSet presAssocID="{15294FDA-0519-4FDC-95CF-3775D4DD186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6AC80E0C-DE57-47BF-A279-C9650B259713}" type="pres">
      <dgm:prSet presAssocID="{15294FDA-0519-4FDC-95CF-3775D4DD186B}" presName="spaceRect" presStyleCnt="0"/>
      <dgm:spPr/>
    </dgm:pt>
    <dgm:pt modelId="{9BED5798-D5A1-4640-9A29-295866BBBE9B}" type="pres">
      <dgm:prSet presAssocID="{15294FDA-0519-4FDC-95CF-3775D4DD186B}" presName="textRect" presStyleLbl="revTx" presStyleIdx="1" presStyleCnt="4">
        <dgm:presLayoutVars>
          <dgm:chMax val="1"/>
          <dgm:chPref val="1"/>
        </dgm:presLayoutVars>
      </dgm:prSet>
      <dgm:spPr/>
    </dgm:pt>
    <dgm:pt modelId="{93DACD1A-92EC-4B4D-9A85-B8A4E55CF534}" type="pres">
      <dgm:prSet presAssocID="{CFE7E1CC-286D-418E-901E-65ED2D08CC58}" presName="sibTrans" presStyleCnt="0"/>
      <dgm:spPr/>
    </dgm:pt>
    <dgm:pt modelId="{DDD5EFF7-EF33-4FDB-A2AA-E32B8C8F7F69}" type="pres">
      <dgm:prSet presAssocID="{C312E44A-2EB6-48E0-B92D-595767AB432F}" presName="compNode" presStyleCnt="0"/>
      <dgm:spPr/>
    </dgm:pt>
    <dgm:pt modelId="{911CD1B0-022F-49A6-9623-BBA29AEFB694}" type="pres">
      <dgm:prSet presAssocID="{C312E44A-2EB6-48E0-B92D-595767AB432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hi"/>
        </a:ext>
      </dgm:extLst>
    </dgm:pt>
    <dgm:pt modelId="{1A1D3E93-E28A-4FB8-BD47-E838D6B9D8AE}" type="pres">
      <dgm:prSet presAssocID="{C312E44A-2EB6-48E0-B92D-595767AB432F}" presName="spaceRect" presStyleCnt="0"/>
      <dgm:spPr/>
    </dgm:pt>
    <dgm:pt modelId="{8FEE59A4-B333-4C41-85C7-43E93E43C622}" type="pres">
      <dgm:prSet presAssocID="{C312E44A-2EB6-48E0-B92D-595767AB432F}" presName="textRect" presStyleLbl="revTx" presStyleIdx="2" presStyleCnt="4">
        <dgm:presLayoutVars>
          <dgm:chMax val="1"/>
          <dgm:chPref val="1"/>
        </dgm:presLayoutVars>
      </dgm:prSet>
      <dgm:spPr/>
    </dgm:pt>
    <dgm:pt modelId="{F4160BD6-F690-4438-BEA6-A6EFAE06F97F}" type="pres">
      <dgm:prSet presAssocID="{E869E958-41D7-49D7-A5D1-03FD638D21CA}" presName="sibTrans" presStyleCnt="0"/>
      <dgm:spPr/>
    </dgm:pt>
    <dgm:pt modelId="{14B1CFAF-4A04-488C-85A3-D845635A10B6}" type="pres">
      <dgm:prSet presAssocID="{D56EF1FC-DA32-4F71-85CC-1B4D2BC179D6}" presName="compNode" presStyleCnt="0"/>
      <dgm:spPr/>
    </dgm:pt>
    <dgm:pt modelId="{986F3982-F371-4651-A822-591E1EE0F68C}" type="pres">
      <dgm:prSet presAssocID="{D56EF1FC-DA32-4F71-85CC-1B4D2BC179D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371702F4-650C-4DC9-B4F7-ACC50AC43957}" type="pres">
      <dgm:prSet presAssocID="{D56EF1FC-DA32-4F71-85CC-1B4D2BC179D6}" presName="spaceRect" presStyleCnt="0"/>
      <dgm:spPr/>
    </dgm:pt>
    <dgm:pt modelId="{5016BFCB-4805-43C4-BAA3-BA94909859A4}" type="pres">
      <dgm:prSet presAssocID="{D56EF1FC-DA32-4F71-85CC-1B4D2BC179D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5B19003-226A-406B-A95B-91839F625AF9}" srcId="{BCC5C5A8-BD50-4BB8-9E08-028D12BD0D18}" destId="{C312E44A-2EB6-48E0-B92D-595767AB432F}" srcOrd="2" destOrd="0" parTransId="{3AB7767C-4AD4-459C-BE7B-20C0E815E0B7}" sibTransId="{E869E958-41D7-49D7-A5D1-03FD638D21CA}"/>
    <dgm:cxn modelId="{891F8E1A-2F1A-4068-8924-E0A41D4D585E}" type="presOf" srcId="{15294FDA-0519-4FDC-95CF-3775D4DD186B}" destId="{9BED5798-D5A1-4640-9A29-295866BBBE9B}" srcOrd="0" destOrd="0" presId="urn:microsoft.com/office/officeart/2018/2/layout/IconLabelList"/>
    <dgm:cxn modelId="{1313F339-9361-49BE-95B7-2697395B307E}" srcId="{BCC5C5A8-BD50-4BB8-9E08-028D12BD0D18}" destId="{D56EF1FC-DA32-4F71-85CC-1B4D2BC179D6}" srcOrd="3" destOrd="0" parTransId="{FE5F561A-C6B0-49BF-B9F6-05C2FB3087CC}" sibTransId="{5823BADA-199E-42EF-A7FB-1C9EC400998B}"/>
    <dgm:cxn modelId="{7CAC5168-BF0B-48F3-8782-95B556CCEA60}" type="presOf" srcId="{C312E44A-2EB6-48E0-B92D-595767AB432F}" destId="{8FEE59A4-B333-4C41-85C7-43E93E43C622}" srcOrd="0" destOrd="0" presId="urn:microsoft.com/office/officeart/2018/2/layout/IconLabelList"/>
    <dgm:cxn modelId="{43703F8A-109E-4CAF-A75C-520D822B5D98}" srcId="{BCC5C5A8-BD50-4BB8-9E08-028D12BD0D18}" destId="{15294FDA-0519-4FDC-95CF-3775D4DD186B}" srcOrd="1" destOrd="0" parTransId="{40E9A882-8536-4F3D-B5F3-B4F2936FE9EF}" sibTransId="{CFE7E1CC-286D-418E-901E-65ED2D08CC58}"/>
    <dgm:cxn modelId="{7FAB118B-22D1-4A60-A5AE-D5CB64E90DE7}" type="presOf" srcId="{D56EF1FC-DA32-4F71-85CC-1B4D2BC179D6}" destId="{5016BFCB-4805-43C4-BAA3-BA94909859A4}" srcOrd="0" destOrd="0" presId="urn:microsoft.com/office/officeart/2018/2/layout/IconLabelList"/>
    <dgm:cxn modelId="{87E18C8F-BE90-400C-9FD9-6274CB9B632B}" type="presOf" srcId="{C08B2222-DB5A-462C-8E19-9448199780E5}" destId="{36738D05-2F37-4649-821B-DA64B37EFB37}" srcOrd="0" destOrd="0" presId="urn:microsoft.com/office/officeart/2018/2/layout/IconLabelList"/>
    <dgm:cxn modelId="{891947A7-CE5A-4206-97CA-15D6650505BC}" type="presOf" srcId="{BCC5C5A8-BD50-4BB8-9E08-028D12BD0D18}" destId="{9DA11579-8EC7-4FDA-B3A9-E0D1059821A4}" srcOrd="0" destOrd="0" presId="urn:microsoft.com/office/officeart/2018/2/layout/IconLabelList"/>
    <dgm:cxn modelId="{8C48DFCC-6AAF-47F7-B72D-2DE13D3A0D4D}" srcId="{BCC5C5A8-BD50-4BB8-9E08-028D12BD0D18}" destId="{C08B2222-DB5A-462C-8E19-9448199780E5}" srcOrd="0" destOrd="0" parTransId="{4915FC80-719F-4230-962C-2131115570ED}" sibTransId="{E66042AF-0655-4AA4-8449-476BD9AE3958}"/>
    <dgm:cxn modelId="{89D6400A-A9C4-45B9-8898-50021B0CBE03}" type="presParOf" srcId="{9DA11579-8EC7-4FDA-B3A9-E0D1059821A4}" destId="{CDA45257-2D68-4B88-970E-3908AEAD20DF}" srcOrd="0" destOrd="0" presId="urn:microsoft.com/office/officeart/2018/2/layout/IconLabelList"/>
    <dgm:cxn modelId="{3BF8464E-6EEC-47AE-8167-204DFB0A9CE8}" type="presParOf" srcId="{CDA45257-2D68-4B88-970E-3908AEAD20DF}" destId="{BFA7ABF0-0C4D-4F3D-BF5F-DD0F35B1BE6C}" srcOrd="0" destOrd="0" presId="urn:microsoft.com/office/officeart/2018/2/layout/IconLabelList"/>
    <dgm:cxn modelId="{70E9E10B-451A-45FC-9997-FF180E9E740E}" type="presParOf" srcId="{CDA45257-2D68-4B88-970E-3908AEAD20DF}" destId="{50813992-5E51-4EEC-BD12-C70F9B5C15CB}" srcOrd="1" destOrd="0" presId="urn:microsoft.com/office/officeart/2018/2/layout/IconLabelList"/>
    <dgm:cxn modelId="{A8CF221D-3E56-4C8F-8C54-953795CF503C}" type="presParOf" srcId="{CDA45257-2D68-4B88-970E-3908AEAD20DF}" destId="{36738D05-2F37-4649-821B-DA64B37EFB37}" srcOrd="2" destOrd="0" presId="urn:microsoft.com/office/officeart/2018/2/layout/IconLabelList"/>
    <dgm:cxn modelId="{D836AEDB-097C-450F-B7A0-55D234875084}" type="presParOf" srcId="{9DA11579-8EC7-4FDA-B3A9-E0D1059821A4}" destId="{48B0288F-02F8-47CA-BD15-24F20FF2F38C}" srcOrd="1" destOrd="0" presId="urn:microsoft.com/office/officeart/2018/2/layout/IconLabelList"/>
    <dgm:cxn modelId="{228B4472-18B6-4242-A1B1-FE365E076CC3}" type="presParOf" srcId="{9DA11579-8EC7-4FDA-B3A9-E0D1059821A4}" destId="{B49824D5-E39F-499C-91BE-C9E4A64703B2}" srcOrd="2" destOrd="0" presId="urn:microsoft.com/office/officeart/2018/2/layout/IconLabelList"/>
    <dgm:cxn modelId="{F6F7384B-B69A-441D-9C2C-2E48F3449A12}" type="presParOf" srcId="{B49824D5-E39F-499C-91BE-C9E4A64703B2}" destId="{163CD843-AA95-47F7-B00C-449034A8F448}" srcOrd="0" destOrd="0" presId="urn:microsoft.com/office/officeart/2018/2/layout/IconLabelList"/>
    <dgm:cxn modelId="{78633748-8E08-4D88-9A81-F8724E16B0F5}" type="presParOf" srcId="{B49824D5-E39F-499C-91BE-C9E4A64703B2}" destId="{6AC80E0C-DE57-47BF-A279-C9650B259713}" srcOrd="1" destOrd="0" presId="urn:microsoft.com/office/officeart/2018/2/layout/IconLabelList"/>
    <dgm:cxn modelId="{77A9B517-4CF9-4512-9480-FC9DDCF9403A}" type="presParOf" srcId="{B49824D5-E39F-499C-91BE-C9E4A64703B2}" destId="{9BED5798-D5A1-4640-9A29-295866BBBE9B}" srcOrd="2" destOrd="0" presId="urn:microsoft.com/office/officeart/2018/2/layout/IconLabelList"/>
    <dgm:cxn modelId="{76AF036F-287B-429C-B907-20157E783BC3}" type="presParOf" srcId="{9DA11579-8EC7-4FDA-B3A9-E0D1059821A4}" destId="{93DACD1A-92EC-4B4D-9A85-B8A4E55CF534}" srcOrd="3" destOrd="0" presId="urn:microsoft.com/office/officeart/2018/2/layout/IconLabelList"/>
    <dgm:cxn modelId="{2A85DF76-2BDE-4981-9586-B431200C63D3}" type="presParOf" srcId="{9DA11579-8EC7-4FDA-B3A9-E0D1059821A4}" destId="{DDD5EFF7-EF33-4FDB-A2AA-E32B8C8F7F69}" srcOrd="4" destOrd="0" presId="urn:microsoft.com/office/officeart/2018/2/layout/IconLabelList"/>
    <dgm:cxn modelId="{605AB510-3D46-4DF5-BA0F-835E562BF24D}" type="presParOf" srcId="{DDD5EFF7-EF33-4FDB-A2AA-E32B8C8F7F69}" destId="{911CD1B0-022F-49A6-9623-BBA29AEFB694}" srcOrd="0" destOrd="0" presId="urn:microsoft.com/office/officeart/2018/2/layout/IconLabelList"/>
    <dgm:cxn modelId="{7F5A6245-9BD5-4650-B694-5816E77258C9}" type="presParOf" srcId="{DDD5EFF7-EF33-4FDB-A2AA-E32B8C8F7F69}" destId="{1A1D3E93-E28A-4FB8-BD47-E838D6B9D8AE}" srcOrd="1" destOrd="0" presId="urn:microsoft.com/office/officeart/2018/2/layout/IconLabelList"/>
    <dgm:cxn modelId="{FD82D6B7-817A-4B39-B940-C57CAD6DCAA6}" type="presParOf" srcId="{DDD5EFF7-EF33-4FDB-A2AA-E32B8C8F7F69}" destId="{8FEE59A4-B333-4C41-85C7-43E93E43C622}" srcOrd="2" destOrd="0" presId="urn:microsoft.com/office/officeart/2018/2/layout/IconLabelList"/>
    <dgm:cxn modelId="{88A94ADC-821D-4E3B-B9FB-5325FA0B8EFC}" type="presParOf" srcId="{9DA11579-8EC7-4FDA-B3A9-E0D1059821A4}" destId="{F4160BD6-F690-4438-BEA6-A6EFAE06F97F}" srcOrd="5" destOrd="0" presId="urn:microsoft.com/office/officeart/2018/2/layout/IconLabelList"/>
    <dgm:cxn modelId="{429CD70C-2A9E-4A4B-831C-0312EFAB4578}" type="presParOf" srcId="{9DA11579-8EC7-4FDA-B3A9-E0D1059821A4}" destId="{14B1CFAF-4A04-488C-85A3-D845635A10B6}" srcOrd="6" destOrd="0" presId="urn:microsoft.com/office/officeart/2018/2/layout/IconLabelList"/>
    <dgm:cxn modelId="{60F0DF4C-D1A9-4EE6-A4A4-BC04FE38C2E5}" type="presParOf" srcId="{14B1CFAF-4A04-488C-85A3-D845635A10B6}" destId="{986F3982-F371-4651-A822-591E1EE0F68C}" srcOrd="0" destOrd="0" presId="urn:microsoft.com/office/officeart/2018/2/layout/IconLabelList"/>
    <dgm:cxn modelId="{C5A726E0-4F6F-4C60-9D2F-A38315FCB7C1}" type="presParOf" srcId="{14B1CFAF-4A04-488C-85A3-D845635A10B6}" destId="{371702F4-650C-4DC9-B4F7-ACC50AC43957}" srcOrd="1" destOrd="0" presId="urn:microsoft.com/office/officeart/2018/2/layout/IconLabelList"/>
    <dgm:cxn modelId="{C62AA7FB-EEF4-4070-A606-D53A193A9924}" type="presParOf" srcId="{14B1CFAF-4A04-488C-85A3-D845635A10B6}" destId="{5016BFCB-4805-43C4-BAA3-BA94909859A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D6F88B-D594-4C35-B6E5-DFA5B910D95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CA55E49-09D0-41EC-A7CB-803776BF54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Manage vehicle data</a:t>
          </a:r>
        </a:p>
      </dgm:t>
    </dgm:pt>
    <dgm:pt modelId="{A65A393D-9DB9-44E3-AEB2-9B6E1F716D57}" type="parTrans" cxnId="{CEDC55CF-37E6-416D-9AAB-4A2EF2C36A31}">
      <dgm:prSet/>
      <dgm:spPr/>
      <dgm:t>
        <a:bodyPr/>
        <a:lstStyle/>
        <a:p>
          <a:endParaRPr lang="en-US"/>
        </a:p>
      </dgm:t>
    </dgm:pt>
    <dgm:pt modelId="{342B69C4-B565-413B-A7D8-1AC511B2D918}" type="sibTrans" cxnId="{CEDC55CF-37E6-416D-9AAB-4A2EF2C36A3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FE6B4C8-C2C6-43EC-98A6-F13D24DD8B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Link vehicles to owners</a:t>
          </a:r>
        </a:p>
      </dgm:t>
    </dgm:pt>
    <dgm:pt modelId="{0354159B-728F-4EE7-A569-6FFA28C415CE}" type="parTrans" cxnId="{B01360FD-5C85-4755-8CED-D6A6574DC9F5}">
      <dgm:prSet/>
      <dgm:spPr/>
      <dgm:t>
        <a:bodyPr/>
        <a:lstStyle/>
        <a:p>
          <a:endParaRPr lang="en-US"/>
        </a:p>
      </dgm:t>
    </dgm:pt>
    <dgm:pt modelId="{434FB7A2-0347-4BCA-B521-2B2E0291D8D9}" type="sibTrans" cxnId="{B01360FD-5C85-4755-8CED-D6A6574DC9F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F7AFBE1-6810-4055-9838-029EEA0E98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Track service history</a:t>
          </a:r>
        </a:p>
      </dgm:t>
    </dgm:pt>
    <dgm:pt modelId="{5ED88144-F013-4D95-A789-CFC88E591481}" type="parTrans" cxnId="{3BAD7FDD-6095-4161-BEB9-2CC9F82CBAC9}">
      <dgm:prSet/>
      <dgm:spPr/>
      <dgm:t>
        <a:bodyPr/>
        <a:lstStyle/>
        <a:p>
          <a:endParaRPr lang="en-US"/>
        </a:p>
      </dgm:t>
    </dgm:pt>
    <dgm:pt modelId="{3930677C-A80C-4A41-9B08-4CB67270C36E}" type="sibTrans" cxnId="{3BAD7FDD-6095-4161-BEB9-2CC9F82CBAC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ACB3298-5B68-403A-9C2E-368AA95A91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Perform CRUD operations</a:t>
          </a:r>
        </a:p>
      </dgm:t>
    </dgm:pt>
    <dgm:pt modelId="{EDA32FAA-649F-4290-839D-8861FE0A7B51}" type="parTrans" cxnId="{F4186BFE-AA80-4C3E-9B95-B57E91C986E3}">
      <dgm:prSet/>
      <dgm:spPr/>
      <dgm:t>
        <a:bodyPr/>
        <a:lstStyle/>
        <a:p>
          <a:endParaRPr lang="en-US"/>
        </a:p>
      </dgm:t>
    </dgm:pt>
    <dgm:pt modelId="{5963136D-8B3C-4F22-9AF7-2D9650CD13BA}" type="sibTrans" cxnId="{F4186BFE-AA80-4C3E-9B95-B57E91C986E3}">
      <dgm:prSet/>
      <dgm:spPr/>
      <dgm:t>
        <a:bodyPr/>
        <a:lstStyle/>
        <a:p>
          <a:endParaRPr lang="en-US"/>
        </a:p>
      </dgm:t>
    </dgm:pt>
    <dgm:pt modelId="{16C2E8CD-B47E-4B3B-A5F1-D0993779D17D}" type="pres">
      <dgm:prSet presAssocID="{A2D6F88B-D594-4C35-B6E5-DFA5B910D95B}" presName="root" presStyleCnt="0">
        <dgm:presLayoutVars>
          <dgm:dir/>
          <dgm:resizeHandles val="exact"/>
        </dgm:presLayoutVars>
      </dgm:prSet>
      <dgm:spPr/>
    </dgm:pt>
    <dgm:pt modelId="{09204917-FDC9-4C23-BEA5-7A9C909A462C}" type="pres">
      <dgm:prSet presAssocID="{A2D6F88B-D594-4C35-B6E5-DFA5B910D95B}" presName="container" presStyleCnt="0">
        <dgm:presLayoutVars>
          <dgm:dir/>
          <dgm:resizeHandles val="exact"/>
        </dgm:presLayoutVars>
      </dgm:prSet>
      <dgm:spPr/>
    </dgm:pt>
    <dgm:pt modelId="{148F89B6-727E-424A-BC8F-89B6249CCF61}" type="pres">
      <dgm:prSet presAssocID="{BCA55E49-09D0-41EC-A7CB-803776BF545A}" presName="compNode" presStyleCnt="0"/>
      <dgm:spPr/>
    </dgm:pt>
    <dgm:pt modelId="{2284E709-C933-4EF7-9E97-BBC42BA31319}" type="pres">
      <dgm:prSet presAssocID="{BCA55E49-09D0-41EC-A7CB-803776BF545A}" presName="iconBgRect" presStyleLbl="bgShp" presStyleIdx="0" presStyleCnt="4"/>
      <dgm:spPr/>
    </dgm:pt>
    <dgm:pt modelId="{3280AE08-3BA7-4586-9AB5-D3C8584056B9}" type="pres">
      <dgm:prSet presAssocID="{BCA55E49-09D0-41EC-A7CB-803776BF54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D14E10E3-D71C-4AB9-B293-9505FBD9ECA3}" type="pres">
      <dgm:prSet presAssocID="{BCA55E49-09D0-41EC-A7CB-803776BF545A}" presName="spaceRect" presStyleCnt="0"/>
      <dgm:spPr/>
    </dgm:pt>
    <dgm:pt modelId="{FD45C6A7-035D-43EA-A07E-E2D6F2ACF270}" type="pres">
      <dgm:prSet presAssocID="{BCA55E49-09D0-41EC-A7CB-803776BF545A}" presName="textRect" presStyleLbl="revTx" presStyleIdx="0" presStyleCnt="4">
        <dgm:presLayoutVars>
          <dgm:chMax val="1"/>
          <dgm:chPref val="1"/>
        </dgm:presLayoutVars>
      </dgm:prSet>
      <dgm:spPr/>
    </dgm:pt>
    <dgm:pt modelId="{5C0C38DA-98B6-4E86-9E89-DEBE133F2CEB}" type="pres">
      <dgm:prSet presAssocID="{342B69C4-B565-413B-A7D8-1AC511B2D918}" presName="sibTrans" presStyleLbl="sibTrans2D1" presStyleIdx="0" presStyleCnt="0"/>
      <dgm:spPr/>
    </dgm:pt>
    <dgm:pt modelId="{21EADDDB-D789-4ADA-A14D-0C302E17A4CA}" type="pres">
      <dgm:prSet presAssocID="{CFE6B4C8-C2C6-43EC-98A6-F13D24DD8B60}" presName="compNode" presStyleCnt="0"/>
      <dgm:spPr/>
    </dgm:pt>
    <dgm:pt modelId="{F72E6F70-2027-4AB6-9B78-59D40CFCD027}" type="pres">
      <dgm:prSet presAssocID="{CFE6B4C8-C2C6-43EC-98A6-F13D24DD8B60}" presName="iconBgRect" presStyleLbl="bgShp" presStyleIdx="1" presStyleCnt="4"/>
      <dgm:spPr/>
    </dgm:pt>
    <dgm:pt modelId="{A543D4BD-2305-4F1C-B024-4D60347541AF}" type="pres">
      <dgm:prSet presAssocID="{CFE6B4C8-C2C6-43EC-98A6-F13D24DD8B6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7794A625-C04D-4884-BEE7-128FE9FCC4EE}" type="pres">
      <dgm:prSet presAssocID="{CFE6B4C8-C2C6-43EC-98A6-F13D24DD8B60}" presName="spaceRect" presStyleCnt="0"/>
      <dgm:spPr/>
    </dgm:pt>
    <dgm:pt modelId="{C5FCA814-EC3B-401E-A0D7-A1FE2E7CC0A5}" type="pres">
      <dgm:prSet presAssocID="{CFE6B4C8-C2C6-43EC-98A6-F13D24DD8B60}" presName="textRect" presStyleLbl="revTx" presStyleIdx="1" presStyleCnt="4">
        <dgm:presLayoutVars>
          <dgm:chMax val="1"/>
          <dgm:chPref val="1"/>
        </dgm:presLayoutVars>
      </dgm:prSet>
      <dgm:spPr/>
    </dgm:pt>
    <dgm:pt modelId="{B9B245F4-6637-4C66-ADE6-FC98A625FF61}" type="pres">
      <dgm:prSet presAssocID="{434FB7A2-0347-4BCA-B521-2B2E0291D8D9}" presName="sibTrans" presStyleLbl="sibTrans2D1" presStyleIdx="0" presStyleCnt="0"/>
      <dgm:spPr/>
    </dgm:pt>
    <dgm:pt modelId="{854E2E67-DC4B-49BB-A45A-FAD68395F829}" type="pres">
      <dgm:prSet presAssocID="{8F7AFBE1-6810-4055-9838-029EEA0E98C9}" presName="compNode" presStyleCnt="0"/>
      <dgm:spPr/>
    </dgm:pt>
    <dgm:pt modelId="{A465A080-54A1-4461-994A-5BB16D02BE2A}" type="pres">
      <dgm:prSet presAssocID="{8F7AFBE1-6810-4055-9838-029EEA0E98C9}" presName="iconBgRect" presStyleLbl="bgShp" presStyleIdx="2" presStyleCnt="4"/>
      <dgm:spPr/>
    </dgm:pt>
    <dgm:pt modelId="{1249A302-7718-45CA-B0BB-D11EE0457064}" type="pres">
      <dgm:prSet presAssocID="{8F7AFBE1-6810-4055-9838-029EEA0E98C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A27B1938-6056-48B3-88F3-4B4BC5EC6F6D}" type="pres">
      <dgm:prSet presAssocID="{8F7AFBE1-6810-4055-9838-029EEA0E98C9}" presName="spaceRect" presStyleCnt="0"/>
      <dgm:spPr/>
    </dgm:pt>
    <dgm:pt modelId="{9CBB56BB-6A0B-46D4-8A9E-A70C09D3A8AC}" type="pres">
      <dgm:prSet presAssocID="{8F7AFBE1-6810-4055-9838-029EEA0E98C9}" presName="textRect" presStyleLbl="revTx" presStyleIdx="2" presStyleCnt="4">
        <dgm:presLayoutVars>
          <dgm:chMax val="1"/>
          <dgm:chPref val="1"/>
        </dgm:presLayoutVars>
      </dgm:prSet>
      <dgm:spPr/>
    </dgm:pt>
    <dgm:pt modelId="{D4991E71-9C20-4F4B-B26A-F476D23EA295}" type="pres">
      <dgm:prSet presAssocID="{3930677C-A80C-4A41-9B08-4CB67270C36E}" presName="sibTrans" presStyleLbl="sibTrans2D1" presStyleIdx="0" presStyleCnt="0"/>
      <dgm:spPr/>
    </dgm:pt>
    <dgm:pt modelId="{5649389E-8581-4610-BDB2-E514569CB164}" type="pres">
      <dgm:prSet presAssocID="{9ACB3298-5B68-403A-9C2E-368AA95A9175}" presName="compNode" presStyleCnt="0"/>
      <dgm:spPr/>
    </dgm:pt>
    <dgm:pt modelId="{A3B8B22D-6216-48AE-A48A-E9439BE0E893}" type="pres">
      <dgm:prSet presAssocID="{9ACB3298-5B68-403A-9C2E-368AA95A9175}" presName="iconBgRect" presStyleLbl="bgShp" presStyleIdx="3" presStyleCnt="4"/>
      <dgm:spPr/>
    </dgm:pt>
    <dgm:pt modelId="{C147F183-5FD0-4A69-A354-B916ABF66EA4}" type="pres">
      <dgm:prSet presAssocID="{9ACB3298-5B68-403A-9C2E-368AA95A917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A151C849-D5E3-462D-9B4C-3FA06BC5D018}" type="pres">
      <dgm:prSet presAssocID="{9ACB3298-5B68-403A-9C2E-368AA95A9175}" presName="spaceRect" presStyleCnt="0"/>
      <dgm:spPr/>
    </dgm:pt>
    <dgm:pt modelId="{B5BF4D20-47D9-45F4-8121-DAFC5351FC9C}" type="pres">
      <dgm:prSet presAssocID="{9ACB3298-5B68-403A-9C2E-368AA95A917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FBE8B01-9447-4B8A-B887-3F2043333FBD}" type="presOf" srcId="{A2D6F88B-D594-4C35-B6E5-DFA5B910D95B}" destId="{16C2E8CD-B47E-4B3B-A5F1-D0993779D17D}" srcOrd="0" destOrd="0" presId="urn:microsoft.com/office/officeart/2018/2/layout/IconCircleList"/>
    <dgm:cxn modelId="{72B0842A-25AC-4F75-8B2E-2487ACA1C4D6}" type="presOf" srcId="{9ACB3298-5B68-403A-9C2E-368AA95A9175}" destId="{B5BF4D20-47D9-45F4-8121-DAFC5351FC9C}" srcOrd="0" destOrd="0" presId="urn:microsoft.com/office/officeart/2018/2/layout/IconCircleList"/>
    <dgm:cxn modelId="{35D8DB59-6E89-4FCA-847F-311DB73A68CD}" type="presOf" srcId="{CFE6B4C8-C2C6-43EC-98A6-F13D24DD8B60}" destId="{C5FCA814-EC3B-401E-A0D7-A1FE2E7CC0A5}" srcOrd="0" destOrd="0" presId="urn:microsoft.com/office/officeart/2018/2/layout/IconCircleList"/>
    <dgm:cxn modelId="{0DEA8980-0085-4EAE-A2A6-B256082D3D23}" type="presOf" srcId="{BCA55E49-09D0-41EC-A7CB-803776BF545A}" destId="{FD45C6A7-035D-43EA-A07E-E2D6F2ACF270}" srcOrd="0" destOrd="0" presId="urn:microsoft.com/office/officeart/2018/2/layout/IconCircleList"/>
    <dgm:cxn modelId="{59A7EA9A-5016-4A4D-AB60-E3A97AD7E147}" type="presOf" srcId="{3930677C-A80C-4A41-9B08-4CB67270C36E}" destId="{D4991E71-9C20-4F4B-B26A-F476D23EA295}" srcOrd="0" destOrd="0" presId="urn:microsoft.com/office/officeart/2018/2/layout/IconCircleList"/>
    <dgm:cxn modelId="{6FCF5AAB-5279-4BE5-8180-66B4131807F0}" type="presOf" srcId="{434FB7A2-0347-4BCA-B521-2B2E0291D8D9}" destId="{B9B245F4-6637-4C66-ADE6-FC98A625FF61}" srcOrd="0" destOrd="0" presId="urn:microsoft.com/office/officeart/2018/2/layout/IconCircleList"/>
    <dgm:cxn modelId="{CEDC55CF-37E6-416D-9AAB-4A2EF2C36A31}" srcId="{A2D6F88B-D594-4C35-B6E5-DFA5B910D95B}" destId="{BCA55E49-09D0-41EC-A7CB-803776BF545A}" srcOrd="0" destOrd="0" parTransId="{A65A393D-9DB9-44E3-AEB2-9B6E1F716D57}" sibTransId="{342B69C4-B565-413B-A7D8-1AC511B2D918}"/>
    <dgm:cxn modelId="{7BAD18D8-4A1E-43CA-94ED-57FE69F6309F}" type="presOf" srcId="{342B69C4-B565-413B-A7D8-1AC511B2D918}" destId="{5C0C38DA-98B6-4E86-9E89-DEBE133F2CEB}" srcOrd="0" destOrd="0" presId="urn:microsoft.com/office/officeart/2018/2/layout/IconCircleList"/>
    <dgm:cxn modelId="{754319DD-90E1-4945-9AA1-C5EC44D5D8E0}" type="presOf" srcId="{8F7AFBE1-6810-4055-9838-029EEA0E98C9}" destId="{9CBB56BB-6A0B-46D4-8A9E-A70C09D3A8AC}" srcOrd="0" destOrd="0" presId="urn:microsoft.com/office/officeart/2018/2/layout/IconCircleList"/>
    <dgm:cxn modelId="{3BAD7FDD-6095-4161-BEB9-2CC9F82CBAC9}" srcId="{A2D6F88B-D594-4C35-B6E5-DFA5B910D95B}" destId="{8F7AFBE1-6810-4055-9838-029EEA0E98C9}" srcOrd="2" destOrd="0" parTransId="{5ED88144-F013-4D95-A789-CFC88E591481}" sibTransId="{3930677C-A80C-4A41-9B08-4CB67270C36E}"/>
    <dgm:cxn modelId="{B01360FD-5C85-4755-8CED-D6A6574DC9F5}" srcId="{A2D6F88B-D594-4C35-B6E5-DFA5B910D95B}" destId="{CFE6B4C8-C2C6-43EC-98A6-F13D24DD8B60}" srcOrd="1" destOrd="0" parTransId="{0354159B-728F-4EE7-A569-6FFA28C415CE}" sibTransId="{434FB7A2-0347-4BCA-B521-2B2E0291D8D9}"/>
    <dgm:cxn modelId="{F4186BFE-AA80-4C3E-9B95-B57E91C986E3}" srcId="{A2D6F88B-D594-4C35-B6E5-DFA5B910D95B}" destId="{9ACB3298-5B68-403A-9C2E-368AA95A9175}" srcOrd="3" destOrd="0" parTransId="{EDA32FAA-649F-4290-839D-8861FE0A7B51}" sibTransId="{5963136D-8B3C-4F22-9AF7-2D9650CD13BA}"/>
    <dgm:cxn modelId="{66EC2A4E-98A8-4AAA-B1A2-38D7B6650EA3}" type="presParOf" srcId="{16C2E8CD-B47E-4B3B-A5F1-D0993779D17D}" destId="{09204917-FDC9-4C23-BEA5-7A9C909A462C}" srcOrd="0" destOrd="0" presId="urn:microsoft.com/office/officeart/2018/2/layout/IconCircleList"/>
    <dgm:cxn modelId="{8EDC7336-016F-4E82-9976-70EBB9639465}" type="presParOf" srcId="{09204917-FDC9-4C23-BEA5-7A9C909A462C}" destId="{148F89B6-727E-424A-BC8F-89B6249CCF61}" srcOrd="0" destOrd="0" presId="urn:microsoft.com/office/officeart/2018/2/layout/IconCircleList"/>
    <dgm:cxn modelId="{99EF0FDA-D0BD-46C0-B108-90EA5F94C2A6}" type="presParOf" srcId="{148F89B6-727E-424A-BC8F-89B6249CCF61}" destId="{2284E709-C933-4EF7-9E97-BBC42BA31319}" srcOrd="0" destOrd="0" presId="urn:microsoft.com/office/officeart/2018/2/layout/IconCircleList"/>
    <dgm:cxn modelId="{BC84C670-6668-4581-BA62-96CA55DD82FB}" type="presParOf" srcId="{148F89B6-727E-424A-BC8F-89B6249CCF61}" destId="{3280AE08-3BA7-4586-9AB5-D3C8584056B9}" srcOrd="1" destOrd="0" presId="urn:microsoft.com/office/officeart/2018/2/layout/IconCircleList"/>
    <dgm:cxn modelId="{7A2DEE8E-9EF9-4F04-B308-68A6D7029460}" type="presParOf" srcId="{148F89B6-727E-424A-BC8F-89B6249CCF61}" destId="{D14E10E3-D71C-4AB9-B293-9505FBD9ECA3}" srcOrd="2" destOrd="0" presId="urn:microsoft.com/office/officeart/2018/2/layout/IconCircleList"/>
    <dgm:cxn modelId="{4983C703-991D-49F5-A68C-6960D594FE3F}" type="presParOf" srcId="{148F89B6-727E-424A-BC8F-89B6249CCF61}" destId="{FD45C6A7-035D-43EA-A07E-E2D6F2ACF270}" srcOrd="3" destOrd="0" presId="urn:microsoft.com/office/officeart/2018/2/layout/IconCircleList"/>
    <dgm:cxn modelId="{486B7898-3BB9-4AFA-B56B-A6C2FE3AF9AD}" type="presParOf" srcId="{09204917-FDC9-4C23-BEA5-7A9C909A462C}" destId="{5C0C38DA-98B6-4E86-9E89-DEBE133F2CEB}" srcOrd="1" destOrd="0" presId="urn:microsoft.com/office/officeart/2018/2/layout/IconCircleList"/>
    <dgm:cxn modelId="{364E92D3-AD05-4A04-8D5E-159B02F79E7E}" type="presParOf" srcId="{09204917-FDC9-4C23-BEA5-7A9C909A462C}" destId="{21EADDDB-D789-4ADA-A14D-0C302E17A4CA}" srcOrd="2" destOrd="0" presId="urn:microsoft.com/office/officeart/2018/2/layout/IconCircleList"/>
    <dgm:cxn modelId="{21D6D72C-380F-4315-9E06-F770BBF9D011}" type="presParOf" srcId="{21EADDDB-D789-4ADA-A14D-0C302E17A4CA}" destId="{F72E6F70-2027-4AB6-9B78-59D40CFCD027}" srcOrd="0" destOrd="0" presId="urn:microsoft.com/office/officeart/2018/2/layout/IconCircleList"/>
    <dgm:cxn modelId="{A28D5819-07FD-4AC6-AB06-15E694963EDF}" type="presParOf" srcId="{21EADDDB-D789-4ADA-A14D-0C302E17A4CA}" destId="{A543D4BD-2305-4F1C-B024-4D60347541AF}" srcOrd="1" destOrd="0" presId="urn:microsoft.com/office/officeart/2018/2/layout/IconCircleList"/>
    <dgm:cxn modelId="{B7D5BDBF-6E7E-4EEF-892C-D80DC0684607}" type="presParOf" srcId="{21EADDDB-D789-4ADA-A14D-0C302E17A4CA}" destId="{7794A625-C04D-4884-BEE7-128FE9FCC4EE}" srcOrd="2" destOrd="0" presId="urn:microsoft.com/office/officeart/2018/2/layout/IconCircleList"/>
    <dgm:cxn modelId="{0BF1D3D9-B32D-42EA-B03E-63EB3DF3163A}" type="presParOf" srcId="{21EADDDB-D789-4ADA-A14D-0C302E17A4CA}" destId="{C5FCA814-EC3B-401E-A0D7-A1FE2E7CC0A5}" srcOrd="3" destOrd="0" presId="urn:microsoft.com/office/officeart/2018/2/layout/IconCircleList"/>
    <dgm:cxn modelId="{163E98F4-B219-4720-BE38-6C883463722E}" type="presParOf" srcId="{09204917-FDC9-4C23-BEA5-7A9C909A462C}" destId="{B9B245F4-6637-4C66-ADE6-FC98A625FF61}" srcOrd="3" destOrd="0" presId="urn:microsoft.com/office/officeart/2018/2/layout/IconCircleList"/>
    <dgm:cxn modelId="{9B04DCCE-09B9-446F-B749-9D030A5E19BC}" type="presParOf" srcId="{09204917-FDC9-4C23-BEA5-7A9C909A462C}" destId="{854E2E67-DC4B-49BB-A45A-FAD68395F829}" srcOrd="4" destOrd="0" presId="urn:microsoft.com/office/officeart/2018/2/layout/IconCircleList"/>
    <dgm:cxn modelId="{7C66B4ED-E227-4F6F-864D-BBBE9F694D02}" type="presParOf" srcId="{854E2E67-DC4B-49BB-A45A-FAD68395F829}" destId="{A465A080-54A1-4461-994A-5BB16D02BE2A}" srcOrd="0" destOrd="0" presId="urn:microsoft.com/office/officeart/2018/2/layout/IconCircleList"/>
    <dgm:cxn modelId="{EB1FF45E-51A7-4112-ACF0-0A0E99195FB4}" type="presParOf" srcId="{854E2E67-DC4B-49BB-A45A-FAD68395F829}" destId="{1249A302-7718-45CA-B0BB-D11EE0457064}" srcOrd="1" destOrd="0" presId="urn:microsoft.com/office/officeart/2018/2/layout/IconCircleList"/>
    <dgm:cxn modelId="{F7124DA9-EA78-4792-872D-FFE8430A64F7}" type="presParOf" srcId="{854E2E67-DC4B-49BB-A45A-FAD68395F829}" destId="{A27B1938-6056-48B3-88F3-4B4BC5EC6F6D}" srcOrd="2" destOrd="0" presId="urn:microsoft.com/office/officeart/2018/2/layout/IconCircleList"/>
    <dgm:cxn modelId="{FEBD1F08-A044-4F97-AB24-1DD46F1BEF72}" type="presParOf" srcId="{854E2E67-DC4B-49BB-A45A-FAD68395F829}" destId="{9CBB56BB-6A0B-46D4-8A9E-A70C09D3A8AC}" srcOrd="3" destOrd="0" presId="urn:microsoft.com/office/officeart/2018/2/layout/IconCircleList"/>
    <dgm:cxn modelId="{128E7E9F-3E77-46A6-8E20-1A51360B40D5}" type="presParOf" srcId="{09204917-FDC9-4C23-BEA5-7A9C909A462C}" destId="{D4991E71-9C20-4F4B-B26A-F476D23EA295}" srcOrd="5" destOrd="0" presId="urn:microsoft.com/office/officeart/2018/2/layout/IconCircleList"/>
    <dgm:cxn modelId="{F6143EF3-8636-43F0-AFD1-48220C7FF036}" type="presParOf" srcId="{09204917-FDC9-4C23-BEA5-7A9C909A462C}" destId="{5649389E-8581-4610-BDB2-E514569CB164}" srcOrd="6" destOrd="0" presId="urn:microsoft.com/office/officeart/2018/2/layout/IconCircleList"/>
    <dgm:cxn modelId="{ED8A42B1-1531-4A35-981A-0780E4BB3D83}" type="presParOf" srcId="{5649389E-8581-4610-BDB2-E514569CB164}" destId="{A3B8B22D-6216-48AE-A48A-E9439BE0E893}" srcOrd="0" destOrd="0" presId="urn:microsoft.com/office/officeart/2018/2/layout/IconCircleList"/>
    <dgm:cxn modelId="{9B8EFE67-4F17-4AA5-B8A2-E33ABEA58D5C}" type="presParOf" srcId="{5649389E-8581-4610-BDB2-E514569CB164}" destId="{C147F183-5FD0-4A69-A354-B916ABF66EA4}" srcOrd="1" destOrd="0" presId="urn:microsoft.com/office/officeart/2018/2/layout/IconCircleList"/>
    <dgm:cxn modelId="{ACCD9468-C9D3-4213-8727-E45544D23562}" type="presParOf" srcId="{5649389E-8581-4610-BDB2-E514569CB164}" destId="{A151C849-D5E3-462D-9B4C-3FA06BC5D018}" srcOrd="2" destOrd="0" presId="urn:microsoft.com/office/officeart/2018/2/layout/IconCircleList"/>
    <dgm:cxn modelId="{B55C1B50-B1E3-4140-B3C4-147C8D965F65}" type="presParOf" srcId="{5649389E-8581-4610-BDB2-E514569CB164}" destId="{B5BF4D20-47D9-45F4-8121-DAFC5351FC9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8959E5-7432-488F-AE0D-5E4967C77C2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6E68C8F-76DA-44ED-B699-C1B75525B0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Java (JDBC)</a:t>
          </a:r>
        </a:p>
      </dgm:t>
    </dgm:pt>
    <dgm:pt modelId="{41819D6A-D977-4C0F-8604-F374F6E54395}" type="parTrans" cxnId="{1E26EA67-53A3-430E-A263-C06027E61AC6}">
      <dgm:prSet/>
      <dgm:spPr/>
      <dgm:t>
        <a:bodyPr/>
        <a:lstStyle/>
        <a:p>
          <a:endParaRPr lang="en-US"/>
        </a:p>
      </dgm:t>
    </dgm:pt>
    <dgm:pt modelId="{D750B1AF-C268-4326-8A9D-E635ADB28D2D}" type="sibTrans" cxnId="{1E26EA67-53A3-430E-A263-C06027E61AC6}">
      <dgm:prSet/>
      <dgm:spPr/>
      <dgm:t>
        <a:bodyPr/>
        <a:lstStyle/>
        <a:p>
          <a:endParaRPr lang="en-US"/>
        </a:p>
      </dgm:t>
    </dgm:pt>
    <dgm:pt modelId="{1D3F1243-77B8-43EF-A432-DE14C0DFBA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SQLite</a:t>
          </a:r>
        </a:p>
      </dgm:t>
    </dgm:pt>
    <dgm:pt modelId="{E1FDBD02-EE73-42E0-B355-27D83FBC3919}" type="parTrans" cxnId="{2C6CF3E6-9321-4078-B238-704D01DD838D}">
      <dgm:prSet/>
      <dgm:spPr/>
      <dgm:t>
        <a:bodyPr/>
        <a:lstStyle/>
        <a:p>
          <a:endParaRPr lang="en-US"/>
        </a:p>
      </dgm:t>
    </dgm:pt>
    <dgm:pt modelId="{51406FFE-EFBD-47D9-932B-1432C2E87F20}" type="sibTrans" cxnId="{2C6CF3E6-9321-4078-B238-704D01DD838D}">
      <dgm:prSet/>
      <dgm:spPr/>
      <dgm:t>
        <a:bodyPr/>
        <a:lstStyle/>
        <a:p>
          <a:endParaRPr lang="en-US"/>
        </a:p>
      </dgm:t>
    </dgm:pt>
    <dgm:pt modelId="{8C47D56F-9394-4DD9-8715-DD2F9A4157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SQL</a:t>
          </a:r>
        </a:p>
      </dgm:t>
    </dgm:pt>
    <dgm:pt modelId="{2B075D2A-7B13-49A2-A013-62431FFCFF43}" type="parTrans" cxnId="{FB6B8888-7B2F-45BB-B41F-182BE6277288}">
      <dgm:prSet/>
      <dgm:spPr/>
      <dgm:t>
        <a:bodyPr/>
        <a:lstStyle/>
        <a:p>
          <a:endParaRPr lang="en-US"/>
        </a:p>
      </dgm:t>
    </dgm:pt>
    <dgm:pt modelId="{98E7D237-4D9C-47F7-B577-C753617FFDDA}" type="sibTrans" cxnId="{FB6B8888-7B2F-45BB-B41F-182BE6277288}">
      <dgm:prSet/>
      <dgm:spPr/>
      <dgm:t>
        <a:bodyPr/>
        <a:lstStyle/>
        <a:p>
          <a:endParaRPr lang="en-US"/>
        </a:p>
      </dgm:t>
    </dgm:pt>
    <dgm:pt modelId="{F2FB84BB-16E5-4380-AC17-C62CEC5AEB5A}" type="pres">
      <dgm:prSet presAssocID="{068959E5-7432-488F-AE0D-5E4967C77C22}" presName="root" presStyleCnt="0">
        <dgm:presLayoutVars>
          <dgm:dir/>
          <dgm:resizeHandles val="exact"/>
        </dgm:presLayoutVars>
      </dgm:prSet>
      <dgm:spPr/>
    </dgm:pt>
    <dgm:pt modelId="{1DC9C3EA-4297-444C-94E4-B9C3AF9D699E}" type="pres">
      <dgm:prSet presAssocID="{36E68C8F-76DA-44ED-B699-C1B75525B017}" presName="compNode" presStyleCnt="0"/>
      <dgm:spPr/>
    </dgm:pt>
    <dgm:pt modelId="{0BF8430D-089E-47BF-BFFC-C7F4F5257970}" type="pres">
      <dgm:prSet presAssocID="{36E68C8F-76DA-44ED-B699-C1B75525B01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C26B465-E868-4858-90D5-16F8D1420280}" type="pres">
      <dgm:prSet presAssocID="{36E68C8F-76DA-44ED-B699-C1B75525B017}" presName="spaceRect" presStyleCnt="0"/>
      <dgm:spPr/>
    </dgm:pt>
    <dgm:pt modelId="{63A96BBB-3BDF-4304-A731-4C1C1D6C50CD}" type="pres">
      <dgm:prSet presAssocID="{36E68C8F-76DA-44ED-B699-C1B75525B017}" presName="textRect" presStyleLbl="revTx" presStyleIdx="0" presStyleCnt="3">
        <dgm:presLayoutVars>
          <dgm:chMax val="1"/>
          <dgm:chPref val="1"/>
        </dgm:presLayoutVars>
      </dgm:prSet>
      <dgm:spPr/>
    </dgm:pt>
    <dgm:pt modelId="{501BAC27-DBF2-4B26-9FD5-7C4496E591F6}" type="pres">
      <dgm:prSet presAssocID="{D750B1AF-C268-4326-8A9D-E635ADB28D2D}" presName="sibTrans" presStyleCnt="0"/>
      <dgm:spPr/>
    </dgm:pt>
    <dgm:pt modelId="{FC9F4AF5-AD36-493F-8080-C415D9C601B4}" type="pres">
      <dgm:prSet presAssocID="{1D3F1243-77B8-43EF-A432-DE14C0DFBAAE}" presName="compNode" presStyleCnt="0"/>
      <dgm:spPr/>
    </dgm:pt>
    <dgm:pt modelId="{2EB3C170-4D72-4C8C-B17D-C39117904B39}" type="pres">
      <dgm:prSet presAssocID="{1D3F1243-77B8-43EF-A432-DE14C0DFBAA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491E3BBA-7F04-4977-BB7C-27FB75390F31}" type="pres">
      <dgm:prSet presAssocID="{1D3F1243-77B8-43EF-A432-DE14C0DFBAAE}" presName="spaceRect" presStyleCnt="0"/>
      <dgm:spPr/>
    </dgm:pt>
    <dgm:pt modelId="{51299848-265D-4F2B-B495-3B3197ACF3D8}" type="pres">
      <dgm:prSet presAssocID="{1D3F1243-77B8-43EF-A432-DE14C0DFBAAE}" presName="textRect" presStyleLbl="revTx" presStyleIdx="1" presStyleCnt="3">
        <dgm:presLayoutVars>
          <dgm:chMax val="1"/>
          <dgm:chPref val="1"/>
        </dgm:presLayoutVars>
      </dgm:prSet>
      <dgm:spPr/>
    </dgm:pt>
    <dgm:pt modelId="{1F7F5B09-FC1A-4A4C-A958-54C93BFFF836}" type="pres">
      <dgm:prSet presAssocID="{51406FFE-EFBD-47D9-932B-1432C2E87F20}" presName="sibTrans" presStyleCnt="0"/>
      <dgm:spPr/>
    </dgm:pt>
    <dgm:pt modelId="{E9A9DB97-D028-4DC8-862D-50AE8550ECB9}" type="pres">
      <dgm:prSet presAssocID="{8C47D56F-9394-4DD9-8715-DD2F9A4157CB}" presName="compNode" presStyleCnt="0"/>
      <dgm:spPr/>
    </dgm:pt>
    <dgm:pt modelId="{38557E3D-A086-4257-940C-739B2B0F1E90}" type="pres">
      <dgm:prSet presAssocID="{8C47D56F-9394-4DD9-8715-DD2F9A4157C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7672C06-BF35-47BA-9593-35D94AB4DA44}" type="pres">
      <dgm:prSet presAssocID="{8C47D56F-9394-4DD9-8715-DD2F9A4157CB}" presName="spaceRect" presStyleCnt="0"/>
      <dgm:spPr/>
    </dgm:pt>
    <dgm:pt modelId="{DCF9708E-3BEC-4078-9D13-C71BF0312CBC}" type="pres">
      <dgm:prSet presAssocID="{8C47D56F-9394-4DD9-8715-DD2F9A4157C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06F8E3D-831E-4DA6-ABCD-67D33C636F76}" type="presOf" srcId="{1D3F1243-77B8-43EF-A432-DE14C0DFBAAE}" destId="{51299848-265D-4F2B-B495-3B3197ACF3D8}" srcOrd="0" destOrd="0" presId="urn:microsoft.com/office/officeart/2018/2/layout/IconLabelList"/>
    <dgm:cxn modelId="{F4CC8240-75D1-4BE1-9C76-32AF41BF51FE}" type="presOf" srcId="{068959E5-7432-488F-AE0D-5E4967C77C22}" destId="{F2FB84BB-16E5-4380-AC17-C62CEC5AEB5A}" srcOrd="0" destOrd="0" presId="urn:microsoft.com/office/officeart/2018/2/layout/IconLabelList"/>
    <dgm:cxn modelId="{1E26EA67-53A3-430E-A263-C06027E61AC6}" srcId="{068959E5-7432-488F-AE0D-5E4967C77C22}" destId="{36E68C8F-76DA-44ED-B699-C1B75525B017}" srcOrd="0" destOrd="0" parTransId="{41819D6A-D977-4C0F-8604-F374F6E54395}" sibTransId="{D750B1AF-C268-4326-8A9D-E635ADB28D2D}"/>
    <dgm:cxn modelId="{407DF54C-7FA5-4E7D-83C4-859F6FA4BEF0}" type="presOf" srcId="{36E68C8F-76DA-44ED-B699-C1B75525B017}" destId="{63A96BBB-3BDF-4304-A731-4C1C1D6C50CD}" srcOrd="0" destOrd="0" presId="urn:microsoft.com/office/officeart/2018/2/layout/IconLabelList"/>
    <dgm:cxn modelId="{FB6B8888-7B2F-45BB-B41F-182BE6277288}" srcId="{068959E5-7432-488F-AE0D-5E4967C77C22}" destId="{8C47D56F-9394-4DD9-8715-DD2F9A4157CB}" srcOrd="2" destOrd="0" parTransId="{2B075D2A-7B13-49A2-A013-62431FFCFF43}" sibTransId="{98E7D237-4D9C-47F7-B577-C753617FFDDA}"/>
    <dgm:cxn modelId="{CF7A0AAA-EAFD-4120-90C6-2DC4EF8382BA}" type="presOf" srcId="{8C47D56F-9394-4DD9-8715-DD2F9A4157CB}" destId="{DCF9708E-3BEC-4078-9D13-C71BF0312CBC}" srcOrd="0" destOrd="0" presId="urn:microsoft.com/office/officeart/2018/2/layout/IconLabelList"/>
    <dgm:cxn modelId="{2C6CF3E6-9321-4078-B238-704D01DD838D}" srcId="{068959E5-7432-488F-AE0D-5E4967C77C22}" destId="{1D3F1243-77B8-43EF-A432-DE14C0DFBAAE}" srcOrd="1" destOrd="0" parTransId="{E1FDBD02-EE73-42E0-B355-27D83FBC3919}" sibTransId="{51406FFE-EFBD-47D9-932B-1432C2E87F20}"/>
    <dgm:cxn modelId="{7F00B998-C947-4A64-967F-5F2B0557ABA1}" type="presParOf" srcId="{F2FB84BB-16E5-4380-AC17-C62CEC5AEB5A}" destId="{1DC9C3EA-4297-444C-94E4-B9C3AF9D699E}" srcOrd="0" destOrd="0" presId="urn:microsoft.com/office/officeart/2018/2/layout/IconLabelList"/>
    <dgm:cxn modelId="{CBED6CFC-E079-4EB9-A41F-BE534E604276}" type="presParOf" srcId="{1DC9C3EA-4297-444C-94E4-B9C3AF9D699E}" destId="{0BF8430D-089E-47BF-BFFC-C7F4F5257970}" srcOrd="0" destOrd="0" presId="urn:microsoft.com/office/officeart/2018/2/layout/IconLabelList"/>
    <dgm:cxn modelId="{2B08380B-2AA5-4B08-93DC-C42BE218C0F2}" type="presParOf" srcId="{1DC9C3EA-4297-444C-94E4-B9C3AF9D699E}" destId="{CC26B465-E868-4858-90D5-16F8D1420280}" srcOrd="1" destOrd="0" presId="urn:microsoft.com/office/officeart/2018/2/layout/IconLabelList"/>
    <dgm:cxn modelId="{B716A80B-4469-4830-BB9A-8DECFA691575}" type="presParOf" srcId="{1DC9C3EA-4297-444C-94E4-B9C3AF9D699E}" destId="{63A96BBB-3BDF-4304-A731-4C1C1D6C50CD}" srcOrd="2" destOrd="0" presId="urn:microsoft.com/office/officeart/2018/2/layout/IconLabelList"/>
    <dgm:cxn modelId="{D319DC94-35AA-4D52-9154-18B2B3B92583}" type="presParOf" srcId="{F2FB84BB-16E5-4380-AC17-C62CEC5AEB5A}" destId="{501BAC27-DBF2-4B26-9FD5-7C4496E591F6}" srcOrd="1" destOrd="0" presId="urn:microsoft.com/office/officeart/2018/2/layout/IconLabelList"/>
    <dgm:cxn modelId="{841AB0B9-DDA8-47CA-8FA9-C918C27F80AE}" type="presParOf" srcId="{F2FB84BB-16E5-4380-AC17-C62CEC5AEB5A}" destId="{FC9F4AF5-AD36-493F-8080-C415D9C601B4}" srcOrd="2" destOrd="0" presId="urn:microsoft.com/office/officeart/2018/2/layout/IconLabelList"/>
    <dgm:cxn modelId="{E262DBD9-250D-436F-8E7E-F9F8DF607DFB}" type="presParOf" srcId="{FC9F4AF5-AD36-493F-8080-C415D9C601B4}" destId="{2EB3C170-4D72-4C8C-B17D-C39117904B39}" srcOrd="0" destOrd="0" presId="urn:microsoft.com/office/officeart/2018/2/layout/IconLabelList"/>
    <dgm:cxn modelId="{1A78DB43-823A-489D-93E8-3B0BFECE15DC}" type="presParOf" srcId="{FC9F4AF5-AD36-493F-8080-C415D9C601B4}" destId="{491E3BBA-7F04-4977-BB7C-27FB75390F31}" srcOrd="1" destOrd="0" presId="urn:microsoft.com/office/officeart/2018/2/layout/IconLabelList"/>
    <dgm:cxn modelId="{D712C4F8-CA32-490C-B320-2BBB37EAABB0}" type="presParOf" srcId="{FC9F4AF5-AD36-493F-8080-C415D9C601B4}" destId="{51299848-265D-4F2B-B495-3B3197ACF3D8}" srcOrd="2" destOrd="0" presId="urn:microsoft.com/office/officeart/2018/2/layout/IconLabelList"/>
    <dgm:cxn modelId="{2A18FFB0-070D-42BC-B9A4-9FA9E12B2107}" type="presParOf" srcId="{F2FB84BB-16E5-4380-AC17-C62CEC5AEB5A}" destId="{1F7F5B09-FC1A-4A4C-A958-54C93BFFF836}" srcOrd="3" destOrd="0" presId="urn:microsoft.com/office/officeart/2018/2/layout/IconLabelList"/>
    <dgm:cxn modelId="{483CA928-9AAC-4123-9BB0-38698369846F}" type="presParOf" srcId="{F2FB84BB-16E5-4380-AC17-C62CEC5AEB5A}" destId="{E9A9DB97-D028-4DC8-862D-50AE8550ECB9}" srcOrd="4" destOrd="0" presId="urn:microsoft.com/office/officeart/2018/2/layout/IconLabelList"/>
    <dgm:cxn modelId="{BBD5A589-C9D1-4447-80BE-39D24684861A}" type="presParOf" srcId="{E9A9DB97-D028-4DC8-862D-50AE8550ECB9}" destId="{38557E3D-A086-4257-940C-739B2B0F1E90}" srcOrd="0" destOrd="0" presId="urn:microsoft.com/office/officeart/2018/2/layout/IconLabelList"/>
    <dgm:cxn modelId="{FA59A7D0-4F03-4536-B690-10E1BD56D2E8}" type="presParOf" srcId="{E9A9DB97-D028-4DC8-862D-50AE8550ECB9}" destId="{C7672C06-BF35-47BA-9593-35D94AB4DA44}" srcOrd="1" destOrd="0" presId="urn:microsoft.com/office/officeart/2018/2/layout/IconLabelList"/>
    <dgm:cxn modelId="{92FCF68B-CC90-447F-B489-96B2AD0FEB36}" type="presParOf" srcId="{E9A9DB97-D028-4DC8-862D-50AE8550ECB9}" destId="{DCF9708E-3BEC-4078-9D13-C71BF0312CB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D3B22E-04BA-4917-9F3D-4138E2FA344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126142B-BDFD-4DD8-898D-760FE16FF23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Owner, Vehicle, ServiceRecord</a:t>
          </a:r>
        </a:p>
      </dgm:t>
    </dgm:pt>
    <dgm:pt modelId="{DE131439-A59F-4777-B3B7-BCE91764394E}" type="parTrans" cxnId="{5BB217CC-88EE-4866-AE5D-2244682DCB7D}">
      <dgm:prSet/>
      <dgm:spPr/>
      <dgm:t>
        <a:bodyPr/>
        <a:lstStyle/>
        <a:p>
          <a:endParaRPr lang="en-US"/>
        </a:p>
      </dgm:t>
    </dgm:pt>
    <dgm:pt modelId="{FA6F3BF5-88A5-44FF-821B-150F59C20F7A}" type="sibTrans" cxnId="{5BB217CC-88EE-4866-AE5D-2244682DCB7D}">
      <dgm:prSet/>
      <dgm:spPr/>
      <dgm:t>
        <a:bodyPr/>
        <a:lstStyle/>
        <a:p>
          <a:endParaRPr lang="en-US"/>
        </a:p>
      </dgm:t>
    </dgm:pt>
    <dgm:pt modelId="{649D769D-C995-4319-9036-F7E544531D4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One-to-many relationships</a:t>
          </a:r>
        </a:p>
      </dgm:t>
    </dgm:pt>
    <dgm:pt modelId="{7CEF572C-3522-4919-8A3B-B6E1D5DF9823}" type="parTrans" cxnId="{EE53A59E-8746-4C79-AA6E-1707E6BDD97D}">
      <dgm:prSet/>
      <dgm:spPr/>
      <dgm:t>
        <a:bodyPr/>
        <a:lstStyle/>
        <a:p>
          <a:endParaRPr lang="en-US"/>
        </a:p>
      </dgm:t>
    </dgm:pt>
    <dgm:pt modelId="{43602FAC-13D3-476B-894F-BDBCFC9C011C}" type="sibTrans" cxnId="{EE53A59E-8746-4C79-AA6E-1707E6BDD97D}">
      <dgm:prSet/>
      <dgm:spPr/>
      <dgm:t>
        <a:bodyPr/>
        <a:lstStyle/>
        <a:p>
          <a:endParaRPr lang="en-US"/>
        </a:p>
      </dgm:t>
    </dgm:pt>
    <dgm:pt modelId="{290CC16B-2F10-4492-A0E8-D582612F0F2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Foreign keys</a:t>
          </a:r>
        </a:p>
      </dgm:t>
    </dgm:pt>
    <dgm:pt modelId="{5BF2227F-D405-4990-B14F-60A894C6F45F}" type="parTrans" cxnId="{8D0FDC02-207B-489F-BA64-8F7B16A80FC9}">
      <dgm:prSet/>
      <dgm:spPr/>
      <dgm:t>
        <a:bodyPr/>
        <a:lstStyle/>
        <a:p>
          <a:endParaRPr lang="en-US"/>
        </a:p>
      </dgm:t>
    </dgm:pt>
    <dgm:pt modelId="{A106FDEE-C947-4228-9FFD-A55254952BB5}" type="sibTrans" cxnId="{8D0FDC02-207B-489F-BA64-8F7B16A80FC9}">
      <dgm:prSet/>
      <dgm:spPr/>
      <dgm:t>
        <a:bodyPr/>
        <a:lstStyle/>
        <a:p>
          <a:endParaRPr lang="en-US"/>
        </a:p>
      </dgm:t>
    </dgm:pt>
    <dgm:pt modelId="{FA1F29D6-14C9-4E8F-8455-DCA813182B5F}" type="pres">
      <dgm:prSet presAssocID="{8BD3B22E-04BA-4917-9F3D-4138E2FA3445}" presName="root" presStyleCnt="0">
        <dgm:presLayoutVars>
          <dgm:dir/>
          <dgm:resizeHandles val="exact"/>
        </dgm:presLayoutVars>
      </dgm:prSet>
      <dgm:spPr/>
    </dgm:pt>
    <dgm:pt modelId="{5569B25B-D495-4A7C-89D4-3083F03E8DFA}" type="pres">
      <dgm:prSet presAssocID="{9126142B-BDFD-4DD8-898D-760FE16FF23A}" presName="compNode" presStyleCnt="0"/>
      <dgm:spPr/>
    </dgm:pt>
    <dgm:pt modelId="{EB6A24CD-F593-4A52-B106-C6095CD84E1F}" type="pres">
      <dgm:prSet presAssocID="{9126142B-BDFD-4DD8-898D-760FE16FF23A}" presName="iconBgRect" presStyleLbl="bgShp" presStyleIdx="0" presStyleCnt="3"/>
      <dgm:spPr/>
    </dgm:pt>
    <dgm:pt modelId="{3781FD0D-1778-4674-9434-12F456803FA7}" type="pres">
      <dgm:prSet presAssocID="{9126142B-BDFD-4DD8-898D-760FE16FF23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9FB777A1-2126-4C87-8ABC-D111A73A13B2}" type="pres">
      <dgm:prSet presAssocID="{9126142B-BDFD-4DD8-898D-760FE16FF23A}" presName="spaceRect" presStyleCnt="0"/>
      <dgm:spPr/>
    </dgm:pt>
    <dgm:pt modelId="{1A82AE64-ABE9-4F70-A4E9-46CA0A0CB794}" type="pres">
      <dgm:prSet presAssocID="{9126142B-BDFD-4DD8-898D-760FE16FF23A}" presName="textRect" presStyleLbl="revTx" presStyleIdx="0" presStyleCnt="3">
        <dgm:presLayoutVars>
          <dgm:chMax val="1"/>
          <dgm:chPref val="1"/>
        </dgm:presLayoutVars>
      </dgm:prSet>
      <dgm:spPr/>
    </dgm:pt>
    <dgm:pt modelId="{BF9827DC-EB30-447A-8DD4-527C4FE4C4A9}" type="pres">
      <dgm:prSet presAssocID="{FA6F3BF5-88A5-44FF-821B-150F59C20F7A}" presName="sibTrans" presStyleCnt="0"/>
      <dgm:spPr/>
    </dgm:pt>
    <dgm:pt modelId="{084049B1-BE8E-4B42-9DD0-D51A1CDEC925}" type="pres">
      <dgm:prSet presAssocID="{649D769D-C995-4319-9036-F7E544531D45}" presName="compNode" presStyleCnt="0"/>
      <dgm:spPr/>
    </dgm:pt>
    <dgm:pt modelId="{384975B6-6D3C-4C66-B93C-93EFB441450E}" type="pres">
      <dgm:prSet presAssocID="{649D769D-C995-4319-9036-F7E544531D45}" presName="iconBgRect" presStyleLbl="bgShp" presStyleIdx="1" presStyleCnt="3"/>
      <dgm:spPr/>
    </dgm:pt>
    <dgm:pt modelId="{3981C7DB-B0EF-4A8E-B9AE-6C958D3FA595}" type="pres">
      <dgm:prSet presAssocID="{649D769D-C995-4319-9036-F7E544531D4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4E417343-DE5C-4E93-BD9D-74531C9D8237}" type="pres">
      <dgm:prSet presAssocID="{649D769D-C995-4319-9036-F7E544531D45}" presName="spaceRect" presStyleCnt="0"/>
      <dgm:spPr/>
    </dgm:pt>
    <dgm:pt modelId="{51B779BC-8112-4FAF-BB24-4DE23FFA72A9}" type="pres">
      <dgm:prSet presAssocID="{649D769D-C995-4319-9036-F7E544531D45}" presName="textRect" presStyleLbl="revTx" presStyleIdx="1" presStyleCnt="3">
        <dgm:presLayoutVars>
          <dgm:chMax val="1"/>
          <dgm:chPref val="1"/>
        </dgm:presLayoutVars>
      </dgm:prSet>
      <dgm:spPr/>
    </dgm:pt>
    <dgm:pt modelId="{9482769A-772E-4F20-8199-A9202FD2FEA6}" type="pres">
      <dgm:prSet presAssocID="{43602FAC-13D3-476B-894F-BDBCFC9C011C}" presName="sibTrans" presStyleCnt="0"/>
      <dgm:spPr/>
    </dgm:pt>
    <dgm:pt modelId="{E613441F-DC7F-44C0-9123-F32C5834990D}" type="pres">
      <dgm:prSet presAssocID="{290CC16B-2F10-4492-A0E8-D582612F0F2B}" presName="compNode" presStyleCnt="0"/>
      <dgm:spPr/>
    </dgm:pt>
    <dgm:pt modelId="{F3EE2E90-5E06-44D5-9DE3-B9C503E36243}" type="pres">
      <dgm:prSet presAssocID="{290CC16B-2F10-4492-A0E8-D582612F0F2B}" presName="iconBgRect" presStyleLbl="bgShp" presStyleIdx="2" presStyleCnt="3"/>
      <dgm:spPr/>
    </dgm:pt>
    <dgm:pt modelId="{E4833260-DA46-4630-8FD6-37FF8561DAE9}" type="pres">
      <dgm:prSet presAssocID="{290CC16B-2F10-4492-A0E8-D582612F0F2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F71DFD2-5E2C-4841-BB6F-C45EF755F082}" type="pres">
      <dgm:prSet presAssocID="{290CC16B-2F10-4492-A0E8-D582612F0F2B}" presName="spaceRect" presStyleCnt="0"/>
      <dgm:spPr/>
    </dgm:pt>
    <dgm:pt modelId="{8B73993A-FE3E-45BE-9A37-0806A75EB240}" type="pres">
      <dgm:prSet presAssocID="{290CC16B-2F10-4492-A0E8-D582612F0F2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D0FDC02-207B-489F-BA64-8F7B16A80FC9}" srcId="{8BD3B22E-04BA-4917-9F3D-4138E2FA3445}" destId="{290CC16B-2F10-4492-A0E8-D582612F0F2B}" srcOrd="2" destOrd="0" parTransId="{5BF2227F-D405-4990-B14F-60A894C6F45F}" sibTransId="{A106FDEE-C947-4228-9FFD-A55254952BB5}"/>
    <dgm:cxn modelId="{CC073B07-BE18-4391-97DE-B9AE6DA2B669}" type="presOf" srcId="{8BD3B22E-04BA-4917-9F3D-4138E2FA3445}" destId="{FA1F29D6-14C9-4E8F-8455-DCA813182B5F}" srcOrd="0" destOrd="0" presId="urn:microsoft.com/office/officeart/2018/5/layout/IconCircleLabelList"/>
    <dgm:cxn modelId="{7C7ABE54-23EB-49F9-9B99-AF54962342A0}" type="presOf" srcId="{290CC16B-2F10-4492-A0E8-D582612F0F2B}" destId="{8B73993A-FE3E-45BE-9A37-0806A75EB240}" srcOrd="0" destOrd="0" presId="urn:microsoft.com/office/officeart/2018/5/layout/IconCircleLabelList"/>
    <dgm:cxn modelId="{ED28BD83-E8A2-4D2D-8025-737170D8F63C}" type="presOf" srcId="{649D769D-C995-4319-9036-F7E544531D45}" destId="{51B779BC-8112-4FAF-BB24-4DE23FFA72A9}" srcOrd="0" destOrd="0" presId="urn:microsoft.com/office/officeart/2018/5/layout/IconCircleLabelList"/>
    <dgm:cxn modelId="{EE53A59E-8746-4C79-AA6E-1707E6BDD97D}" srcId="{8BD3B22E-04BA-4917-9F3D-4138E2FA3445}" destId="{649D769D-C995-4319-9036-F7E544531D45}" srcOrd="1" destOrd="0" parTransId="{7CEF572C-3522-4919-8A3B-B6E1D5DF9823}" sibTransId="{43602FAC-13D3-476B-894F-BDBCFC9C011C}"/>
    <dgm:cxn modelId="{A035C9AC-A94A-4A5C-9D5C-7B58EDFEACA4}" type="presOf" srcId="{9126142B-BDFD-4DD8-898D-760FE16FF23A}" destId="{1A82AE64-ABE9-4F70-A4E9-46CA0A0CB794}" srcOrd="0" destOrd="0" presId="urn:microsoft.com/office/officeart/2018/5/layout/IconCircleLabelList"/>
    <dgm:cxn modelId="{5BB217CC-88EE-4866-AE5D-2244682DCB7D}" srcId="{8BD3B22E-04BA-4917-9F3D-4138E2FA3445}" destId="{9126142B-BDFD-4DD8-898D-760FE16FF23A}" srcOrd="0" destOrd="0" parTransId="{DE131439-A59F-4777-B3B7-BCE91764394E}" sibTransId="{FA6F3BF5-88A5-44FF-821B-150F59C20F7A}"/>
    <dgm:cxn modelId="{79E9A74D-AEB6-4847-9C00-E3D0ED82BA4D}" type="presParOf" srcId="{FA1F29D6-14C9-4E8F-8455-DCA813182B5F}" destId="{5569B25B-D495-4A7C-89D4-3083F03E8DFA}" srcOrd="0" destOrd="0" presId="urn:microsoft.com/office/officeart/2018/5/layout/IconCircleLabelList"/>
    <dgm:cxn modelId="{E3D60975-C645-4D94-B7D1-496FF159BF36}" type="presParOf" srcId="{5569B25B-D495-4A7C-89D4-3083F03E8DFA}" destId="{EB6A24CD-F593-4A52-B106-C6095CD84E1F}" srcOrd="0" destOrd="0" presId="urn:microsoft.com/office/officeart/2018/5/layout/IconCircleLabelList"/>
    <dgm:cxn modelId="{49CA7457-0205-4607-8C50-BDDD9D5F5BD0}" type="presParOf" srcId="{5569B25B-D495-4A7C-89D4-3083F03E8DFA}" destId="{3781FD0D-1778-4674-9434-12F456803FA7}" srcOrd="1" destOrd="0" presId="urn:microsoft.com/office/officeart/2018/5/layout/IconCircleLabelList"/>
    <dgm:cxn modelId="{10429A7B-0705-4543-ABCC-41DD5955474D}" type="presParOf" srcId="{5569B25B-D495-4A7C-89D4-3083F03E8DFA}" destId="{9FB777A1-2126-4C87-8ABC-D111A73A13B2}" srcOrd="2" destOrd="0" presId="urn:microsoft.com/office/officeart/2018/5/layout/IconCircleLabelList"/>
    <dgm:cxn modelId="{B60B1EC4-2C44-4E3F-9A15-031352492645}" type="presParOf" srcId="{5569B25B-D495-4A7C-89D4-3083F03E8DFA}" destId="{1A82AE64-ABE9-4F70-A4E9-46CA0A0CB794}" srcOrd="3" destOrd="0" presId="urn:microsoft.com/office/officeart/2018/5/layout/IconCircleLabelList"/>
    <dgm:cxn modelId="{687C59C3-32F3-45F4-A2B3-5687FEB0FF45}" type="presParOf" srcId="{FA1F29D6-14C9-4E8F-8455-DCA813182B5F}" destId="{BF9827DC-EB30-447A-8DD4-527C4FE4C4A9}" srcOrd="1" destOrd="0" presId="urn:microsoft.com/office/officeart/2018/5/layout/IconCircleLabelList"/>
    <dgm:cxn modelId="{F16FA799-DACA-44DB-9545-CE3156C18BE3}" type="presParOf" srcId="{FA1F29D6-14C9-4E8F-8455-DCA813182B5F}" destId="{084049B1-BE8E-4B42-9DD0-D51A1CDEC925}" srcOrd="2" destOrd="0" presId="urn:microsoft.com/office/officeart/2018/5/layout/IconCircleLabelList"/>
    <dgm:cxn modelId="{68AF3075-796A-4B9F-861E-79588FACDF55}" type="presParOf" srcId="{084049B1-BE8E-4B42-9DD0-D51A1CDEC925}" destId="{384975B6-6D3C-4C66-B93C-93EFB441450E}" srcOrd="0" destOrd="0" presId="urn:microsoft.com/office/officeart/2018/5/layout/IconCircleLabelList"/>
    <dgm:cxn modelId="{5A0A439D-A08C-4905-836B-A1737A1F8B5F}" type="presParOf" srcId="{084049B1-BE8E-4B42-9DD0-D51A1CDEC925}" destId="{3981C7DB-B0EF-4A8E-B9AE-6C958D3FA595}" srcOrd="1" destOrd="0" presId="urn:microsoft.com/office/officeart/2018/5/layout/IconCircleLabelList"/>
    <dgm:cxn modelId="{AB26614C-1965-4481-836F-D4242BC6B18C}" type="presParOf" srcId="{084049B1-BE8E-4B42-9DD0-D51A1CDEC925}" destId="{4E417343-DE5C-4E93-BD9D-74531C9D8237}" srcOrd="2" destOrd="0" presId="urn:microsoft.com/office/officeart/2018/5/layout/IconCircleLabelList"/>
    <dgm:cxn modelId="{D11E4A06-F1D3-4D48-B601-242D6D80CC49}" type="presParOf" srcId="{084049B1-BE8E-4B42-9DD0-D51A1CDEC925}" destId="{51B779BC-8112-4FAF-BB24-4DE23FFA72A9}" srcOrd="3" destOrd="0" presId="urn:microsoft.com/office/officeart/2018/5/layout/IconCircleLabelList"/>
    <dgm:cxn modelId="{0565927D-BB71-4FC6-A37F-4691033B575B}" type="presParOf" srcId="{FA1F29D6-14C9-4E8F-8455-DCA813182B5F}" destId="{9482769A-772E-4F20-8199-A9202FD2FEA6}" srcOrd="3" destOrd="0" presId="urn:microsoft.com/office/officeart/2018/5/layout/IconCircleLabelList"/>
    <dgm:cxn modelId="{16A23F60-5E7E-4792-8FB9-43CCE6B8FB63}" type="presParOf" srcId="{FA1F29D6-14C9-4E8F-8455-DCA813182B5F}" destId="{E613441F-DC7F-44C0-9123-F32C5834990D}" srcOrd="4" destOrd="0" presId="urn:microsoft.com/office/officeart/2018/5/layout/IconCircleLabelList"/>
    <dgm:cxn modelId="{66A9CBC9-EA1E-4639-B3E4-3BC5702CE40A}" type="presParOf" srcId="{E613441F-DC7F-44C0-9123-F32C5834990D}" destId="{F3EE2E90-5E06-44D5-9DE3-B9C503E36243}" srcOrd="0" destOrd="0" presId="urn:microsoft.com/office/officeart/2018/5/layout/IconCircleLabelList"/>
    <dgm:cxn modelId="{3AF1125E-20E4-42EC-8BBE-50671648104D}" type="presParOf" srcId="{E613441F-DC7F-44C0-9123-F32C5834990D}" destId="{E4833260-DA46-4630-8FD6-37FF8561DAE9}" srcOrd="1" destOrd="0" presId="urn:microsoft.com/office/officeart/2018/5/layout/IconCircleLabelList"/>
    <dgm:cxn modelId="{F16137B4-DA39-473E-A011-EE7524BD2B0D}" type="presParOf" srcId="{E613441F-DC7F-44C0-9123-F32C5834990D}" destId="{0F71DFD2-5E2C-4841-BB6F-C45EF755F082}" srcOrd="2" destOrd="0" presId="urn:microsoft.com/office/officeart/2018/5/layout/IconCircleLabelList"/>
    <dgm:cxn modelId="{6D22E95C-FAC0-4105-81C1-688A3AB26FC8}" type="presParOf" srcId="{E613441F-DC7F-44C0-9123-F32C5834990D}" destId="{8B73993A-FE3E-45BE-9A37-0806A75EB24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8C86B5-33A5-42FD-B569-EC32EA2E0932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0CB971B-DBE1-4DBC-90F6-A9BC180A47C4}">
      <dgm:prSet/>
      <dgm:spPr/>
      <dgm:t>
        <a:bodyPr/>
        <a:lstStyle/>
        <a:p>
          <a:r>
            <a:rPr lang="en-US"/>
            <a:t>• Tables: Owner, Vehicle, ServiceRecord</a:t>
          </a:r>
        </a:p>
      </dgm:t>
    </dgm:pt>
    <dgm:pt modelId="{B8BA8DCB-D573-449E-9EF8-AAF939C2C1B2}" type="parTrans" cxnId="{A83B03BE-7345-4DA7-B969-B0CD3210F0BB}">
      <dgm:prSet/>
      <dgm:spPr/>
      <dgm:t>
        <a:bodyPr/>
        <a:lstStyle/>
        <a:p>
          <a:endParaRPr lang="en-US"/>
        </a:p>
      </dgm:t>
    </dgm:pt>
    <dgm:pt modelId="{10A602FE-2253-4B0F-ABB9-5E600FD6B5F0}" type="sibTrans" cxnId="{A83B03BE-7345-4DA7-B969-B0CD3210F0BB}">
      <dgm:prSet/>
      <dgm:spPr/>
      <dgm:t>
        <a:bodyPr/>
        <a:lstStyle/>
        <a:p>
          <a:endParaRPr lang="en-US"/>
        </a:p>
      </dgm:t>
    </dgm:pt>
    <dgm:pt modelId="{2A145150-F0BC-43B1-AD36-095F1C17DC1C}">
      <dgm:prSet/>
      <dgm:spPr/>
      <dgm:t>
        <a:bodyPr/>
        <a:lstStyle/>
        <a:p>
          <a:r>
            <a:rPr lang="en-US"/>
            <a:t>• Primary keys</a:t>
          </a:r>
        </a:p>
      </dgm:t>
    </dgm:pt>
    <dgm:pt modelId="{1103ABEC-03AD-404C-8013-0DE2E1CFA71B}" type="parTrans" cxnId="{12A3DC25-2FD0-45C8-8BAE-5AAC298575A8}">
      <dgm:prSet/>
      <dgm:spPr/>
      <dgm:t>
        <a:bodyPr/>
        <a:lstStyle/>
        <a:p>
          <a:endParaRPr lang="en-US"/>
        </a:p>
      </dgm:t>
    </dgm:pt>
    <dgm:pt modelId="{2856786F-8DC2-439C-A48D-83971D31396E}" type="sibTrans" cxnId="{12A3DC25-2FD0-45C8-8BAE-5AAC298575A8}">
      <dgm:prSet/>
      <dgm:spPr/>
      <dgm:t>
        <a:bodyPr/>
        <a:lstStyle/>
        <a:p>
          <a:endParaRPr lang="en-US"/>
        </a:p>
      </dgm:t>
    </dgm:pt>
    <dgm:pt modelId="{9F35D4DC-C36B-4965-9D2A-7CA07F1BBDDB}">
      <dgm:prSet/>
      <dgm:spPr/>
      <dgm:t>
        <a:bodyPr/>
        <a:lstStyle/>
        <a:p>
          <a:r>
            <a:rPr lang="en-US"/>
            <a:t>• Foreign keys</a:t>
          </a:r>
        </a:p>
      </dgm:t>
    </dgm:pt>
    <dgm:pt modelId="{44231A69-CBD5-485A-8187-4737BB68619B}" type="parTrans" cxnId="{544EB02C-D9F9-4567-B85E-B403F676C2E0}">
      <dgm:prSet/>
      <dgm:spPr/>
      <dgm:t>
        <a:bodyPr/>
        <a:lstStyle/>
        <a:p>
          <a:endParaRPr lang="en-US"/>
        </a:p>
      </dgm:t>
    </dgm:pt>
    <dgm:pt modelId="{FD749F8E-AD03-4AE1-A277-A7F06F824642}" type="sibTrans" cxnId="{544EB02C-D9F9-4567-B85E-B403F676C2E0}">
      <dgm:prSet/>
      <dgm:spPr/>
      <dgm:t>
        <a:bodyPr/>
        <a:lstStyle/>
        <a:p>
          <a:endParaRPr lang="en-US"/>
        </a:p>
      </dgm:t>
    </dgm:pt>
    <dgm:pt modelId="{6799EA1C-1575-40A8-BDB3-0B20B76B82C8}">
      <dgm:prSet/>
      <dgm:spPr/>
      <dgm:t>
        <a:bodyPr/>
        <a:lstStyle/>
        <a:p>
          <a:r>
            <a:rPr lang="en-US"/>
            <a:t>• SQL schema</a:t>
          </a:r>
        </a:p>
      </dgm:t>
    </dgm:pt>
    <dgm:pt modelId="{1FD21705-2679-4F53-992D-9267406494D5}" type="parTrans" cxnId="{00766D98-FF7D-4C3D-A6D2-811CC89A0BAC}">
      <dgm:prSet/>
      <dgm:spPr/>
      <dgm:t>
        <a:bodyPr/>
        <a:lstStyle/>
        <a:p>
          <a:endParaRPr lang="en-US"/>
        </a:p>
      </dgm:t>
    </dgm:pt>
    <dgm:pt modelId="{177F2666-C1EF-4B76-AF1B-FDF81B15D0BC}" type="sibTrans" cxnId="{00766D98-FF7D-4C3D-A6D2-811CC89A0BAC}">
      <dgm:prSet/>
      <dgm:spPr/>
      <dgm:t>
        <a:bodyPr/>
        <a:lstStyle/>
        <a:p>
          <a:endParaRPr lang="en-US"/>
        </a:p>
      </dgm:t>
    </dgm:pt>
    <dgm:pt modelId="{633A2E9D-78C0-49D6-A128-F7B76C87BCEE}" type="pres">
      <dgm:prSet presAssocID="{138C86B5-33A5-42FD-B569-EC32EA2E0932}" presName="matrix" presStyleCnt="0">
        <dgm:presLayoutVars>
          <dgm:chMax val="1"/>
          <dgm:dir/>
          <dgm:resizeHandles val="exact"/>
        </dgm:presLayoutVars>
      </dgm:prSet>
      <dgm:spPr/>
    </dgm:pt>
    <dgm:pt modelId="{E3314755-6183-4F56-ADB1-63B6A622FCF1}" type="pres">
      <dgm:prSet presAssocID="{138C86B5-33A5-42FD-B569-EC32EA2E0932}" presName="diamond" presStyleLbl="bgShp" presStyleIdx="0" presStyleCnt="1"/>
      <dgm:spPr/>
    </dgm:pt>
    <dgm:pt modelId="{F642DF2B-8CBF-4EC2-B3BB-6033E48330A7}" type="pres">
      <dgm:prSet presAssocID="{138C86B5-33A5-42FD-B569-EC32EA2E093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71FC0A6-3D46-4723-9D85-D772841D995D}" type="pres">
      <dgm:prSet presAssocID="{138C86B5-33A5-42FD-B569-EC32EA2E093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1B34576-9111-4390-960B-52318DEC5501}" type="pres">
      <dgm:prSet presAssocID="{138C86B5-33A5-42FD-B569-EC32EA2E093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B7BF36B-FC19-4D24-BE1C-A7F267FD46C0}" type="pres">
      <dgm:prSet presAssocID="{138C86B5-33A5-42FD-B569-EC32EA2E093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2A3DC25-2FD0-45C8-8BAE-5AAC298575A8}" srcId="{138C86B5-33A5-42FD-B569-EC32EA2E0932}" destId="{2A145150-F0BC-43B1-AD36-095F1C17DC1C}" srcOrd="1" destOrd="0" parTransId="{1103ABEC-03AD-404C-8013-0DE2E1CFA71B}" sibTransId="{2856786F-8DC2-439C-A48D-83971D31396E}"/>
    <dgm:cxn modelId="{544EB02C-D9F9-4567-B85E-B403F676C2E0}" srcId="{138C86B5-33A5-42FD-B569-EC32EA2E0932}" destId="{9F35D4DC-C36B-4965-9D2A-7CA07F1BBDDB}" srcOrd="2" destOrd="0" parTransId="{44231A69-CBD5-485A-8187-4737BB68619B}" sibTransId="{FD749F8E-AD03-4AE1-A277-A7F06F824642}"/>
    <dgm:cxn modelId="{D2262065-45AD-4242-82E3-262621E1224D}" type="presOf" srcId="{138C86B5-33A5-42FD-B569-EC32EA2E0932}" destId="{633A2E9D-78C0-49D6-A128-F7B76C87BCEE}" srcOrd="0" destOrd="0" presId="urn:microsoft.com/office/officeart/2005/8/layout/matrix3"/>
    <dgm:cxn modelId="{D2FFB04E-BD22-4AB3-BDC5-073C0BB0E90F}" type="presOf" srcId="{9F35D4DC-C36B-4965-9D2A-7CA07F1BBDDB}" destId="{C1B34576-9111-4390-960B-52318DEC5501}" srcOrd="0" destOrd="0" presId="urn:microsoft.com/office/officeart/2005/8/layout/matrix3"/>
    <dgm:cxn modelId="{0CEF7E73-A35F-43AF-81BB-CF435A96AE78}" type="presOf" srcId="{2A145150-F0BC-43B1-AD36-095F1C17DC1C}" destId="{471FC0A6-3D46-4723-9D85-D772841D995D}" srcOrd="0" destOrd="0" presId="urn:microsoft.com/office/officeart/2005/8/layout/matrix3"/>
    <dgm:cxn modelId="{19A98981-61C9-4ADD-A9DC-0C0425A5BE0D}" type="presOf" srcId="{F0CB971B-DBE1-4DBC-90F6-A9BC180A47C4}" destId="{F642DF2B-8CBF-4EC2-B3BB-6033E48330A7}" srcOrd="0" destOrd="0" presId="urn:microsoft.com/office/officeart/2005/8/layout/matrix3"/>
    <dgm:cxn modelId="{00766D98-FF7D-4C3D-A6D2-811CC89A0BAC}" srcId="{138C86B5-33A5-42FD-B569-EC32EA2E0932}" destId="{6799EA1C-1575-40A8-BDB3-0B20B76B82C8}" srcOrd="3" destOrd="0" parTransId="{1FD21705-2679-4F53-992D-9267406494D5}" sibTransId="{177F2666-C1EF-4B76-AF1B-FDF81B15D0BC}"/>
    <dgm:cxn modelId="{A83B03BE-7345-4DA7-B969-B0CD3210F0BB}" srcId="{138C86B5-33A5-42FD-B569-EC32EA2E0932}" destId="{F0CB971B-DBE1-4DBC-90F6-A9BC180A47C4}" srcOrd="0" destOrd="0" parTransId="{B8BA8DCB-D573-449E-9EF8-AAF939C2C1B2}" sibTransId="{10A602FE-2253-4B0F-ABB9-5E600FD6B5F0}"/>
    <dgm:cxn modelId="{EE3B08E1-F2EE-445B-B7A6-06772C2544E5}" type="presOf" srcId="{6799EA1C-1575-40A8-BDB3-0B20B76B82C8}" destId="{EB7BF36B-FC19-4D24-BE1C-A7F267FD46C0}" srcOrd="0" destOrd="0" presId="urn:microsoft.com/office/officeart/2005/8/layout/matrix3"/>
    <dgm:cxn modelId="{C0F76434-30F5-4733-BD71-2E869F12E2D1}" type="presParOf" srcId="{633A2E9D-78C0-49D6-A128-F7B76C87BCEE}" destId="{E3314755-6183-4F56-ADB1-63B6A622FCF1}" srcOrd="0" destOrd="0" presId="urn:microsoft.com/office/officeart/2005/8/layout/matrix3"/>
    <dgm:cxn modelId="{E83EC92E-BCF4-48D9-A1E5-78410B0E07F6}" type="presParOf" srcId="{633A2E9D-78C0-49D6-A128-F7B76C87BCEE}" destId="{F642DF2B-8CBF-4EC2-B3BB-6033E48330A7}" srcOrd="1" destOrd="0" presId="urn:microsoft.com/office/officeart/2005/8/layout/matrix3"/>
    <dgm:cxn modelId="{BAD55063-9DFF-467C-B686-884D50D54E2F}" type="presParOf" srcId="{633A2E9D-78C0-49D6-A128-F7B76C87BCEE}" destId="{471FC0A6-3D46-4723-9D85-D772841D995D}" srcOrd="2" destOrd="0" presId="urn:microsoft.com/office/officeart/2005/8/layout/matrix3"/>
    <dgm:cxn modelId="{DD539626-F08B-4E8A-A57E-464DFD69121E}" type="presParOf" srcId="{633A2E9D-78C0-49D6-A128-F7B76C87BCEE}" destId="{C1B34576-9111-4390-960B-52318DEC5501}" srcOrd="3" destOrd="0" presId="urn:microsoft.com/office/officeart/2005/8/layout/matrix3"/>
    <dgm:cxn modelId="{DED0312E-EF04-451C-A274-EB23D13FC8AD}" type="presParOf" srcId="{633A2E9D-78C0-49D6-A128-F7B76C87BCEE}" destId="{EB7BF36B-FC19-4D24-BE1C-A7F267FD46C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EA9C2F0-39EC-40D8-8BD8-EAD93CC8077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08AB15-1073-4D9D-A53B-0166D81002FA}">
      <dgm:prSet/>
      <dgm:spPr/>
      <dgm:t>
        <a:bodyPr/>
        <a:lstStyle/>
        <a:p>
          <a:r>
            <a:rPr lang="en-US"/>
            <a:t>• INSERT</a:t>
          </a:r>
        </a:p>
      </dgm:t>
    </dgm:pt>
    <dgm:pt modelId="{80EF1AA8-4818-492A-B3FC-E36C788B962D}" type="parTrans" cxnId="{F21216F0-4F49-4984-9624-11A3D241FF3B}">
      <dgm:prSet/>
      <dgm:spPr/>
      <dgm:t>
        <a:bodyPr/>
        <a:lstStyle/>
        <a:p>
          <a:endParaRPr lang="en-US"/>
        </a:p>
      </dgm:t>
    </dgm:pt>
    <dgm:pt modelId="{A6D062D8-6DB9-4D31-A2E9-48087C505723}" type="sibTrans" cxnId="{F21216F0-4F49-4984-9624-11A3D241FF3B}">
      <dgm:prSet/>
      <dgm:spPr/>
      <dgm:t>
        <a:bodyPr/>
        <a:lstStyle/>
        <a:p>
          <a:endParaRPr lang="en-US"/>
        </a:p>
      </dgm:t>
    </dgm:pt>
    <dgm:pt modelId="{B933096D-C5C9-4B9E-B62E-E4683B63A464}">
      <dgm:prSet/>
      <dgm:spPr/>
      <dgm:t>
        <a:bodyPr/>
        <a:lstStyle/>
        <a:p>
          <a:r>
            <a:rPr lang="en-US"/>
            <a:t>• SELECT</a:t>
          </a:r>
        </a:p>
      </dgm:t>
    </dgm:pt>
    <dgm:pt modelId="{946B882C-91F7-4440-84FC-38BDFFF1C48E}" type="parTrans" cxnId="{F6911198-0EDF-44C6-A095-28B17BE3022D}">
      <dgm:prSet/>
      <dgm:spPr/>
      <dgm:t>
        <a:bodyPr/>
        <a:lstStyle/>
        <a:p>
          <a:endParaRPr lang="en-US"/>
        </a:p>
      </dgm:t>
    </dgm:pt>
    <dgm:pt modelId="{166461CE-D7F4-4CB8-BEE1-F041B11D5F1B}" type="sibTrans" cxnId="{F6911198-0EDF-44C6-A095-28B17BE3022D}">
      <dgm:prSet/>
      <dgm:spPr/>
      <dgm:t>
        <a:bodyPr/>
        <a:lstStyle/>
        <a:p>
          <a:endParaRPr lang="en-US"/>
        </a:p>
      </dgm:t>
    </dgm:pt>
    <dgm:pt modelId="{C271398C-07F5-4C6A-A56B-9640C78D5BE8}">
      <dgm:prSet/>
      <dgm:spPr/>
      <dgm:t>
        <a:bodyPr/>
        <a:lstStyle/>
        <a:p>
          <a:r>
            <a:rPr lang="en-US"/>
            <a:t>• UPDATE</a:t>
          </a:r>
        </a:p>
      </dgm:t>
    </dgm:pt>
    <dgm:pt modelId="{5FC48C4A-3C2B-42AB-8DFA-A560372201A6}" type="parTrans" cxnId="{2C54473A-797E-4FCE-A3B0-CF9EBEB7475D}">
      <dgm:prSet/>
      <dgm:spPr/>
      <dgm:t>
        <a:bodyPr/>
        <a:lstStyle/>
        <a:p>
          <a:endParaRPr lang="en-US"/>
        </a:p>
      </dgm:t>
    </dgm:pt>
    <dgm:pt modelId="{808B7867-59BF-4E97-B4B8-06A95423F136}" type="sibTrans" cxnId="{2C54473A-797E-4FCE-A3B0-CF9EBEB7475D}">
      <dgm:prSet/>
      <dgm:spPr/>
      <dgm:t>
        <a:bodyPr/>
        <a:lstStyle/>
        <a:p>
          <a:endParaRPr lang="en-US"/>
        </a:p>
      </dgm:t>
    </dgm:pt>
    <dgm:pt modelId="{255A25E7-5292-4A6D-AE8C-5145FCAE5F80}">
      <dgm:prSet/>
      <dgm:spPr/>
      <dgm:t>
        <a:bodyPr/>
        <a:lstStyle/>
        <a:p>
          <a:r>
            <a:rPr lang="en-US"/>
            <a:t>• DELETE</a:t>
          </a:r>
        </a:p>
      </dgm:t>
    </dgm:pt>
    <dgm:pt modelId="{AD0BEF0B-7276-473E-8A6C-AB617B56FC56}" type="parTrans" cxnId="{A000BC74-4E2D-4D45-8508-6379BA1EA1DA}">
      <dgm:prSet/>
      <dgm:spPr/>
      <dgm:t>
        <a:bodyPr/>
        <a:lstStyle/>
        <a:p>
          <a:endParaRPr lang="en-US"/>
        </a:p>
      </dgm:t>
    </dgm:pt>
    <dgm:pt modelId="{2F83DCCC-17DA-418C-9886-EB47E1E7ABBB}" type="sibTrans" cxnId="{A000BC74-4E2D-4D45-8508-6379BA1EA1DA}">
      <dgm:prSet/>
      <dgm:spPr/>
      <dgm:t>
        <a:bodyPr/>
        <a:lstStyle/>
        <a:p>
          <a:endParaRPr lang="en-US"/>
        </a:p>
      </dgm:t>
    </dgm:pt>
    <dgm:pt modelId="{35E1F653-08DA-4EE5-9EAA-26B16FED8247}" type="pres">
      <dgm:prSet presAssocID="{BEA9C2F0-39EC-40D8-8BD8-EAD93CC80775}" presName="linear" presStyleCnt="0">
        <dgm:presLayoutVars>
          <dgm:animLvl val="lvl"/>
          <dgm:resizeHandles val="exact"/>
        </dgm:presLayoutVars>
      </dgm:prSet>
      <dgm:spPr/>
    </dgm:pt>
    <dgm:pt modelId="{369161BF-4F27-41E4-966D-153CEDA8E3DD}" type="pres">
      <dgm:prSet presAssocID="{6008AB15-1073-4D9D-A53B-0166D81002F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C56525E-68D9-4EB9-82D3-F0107EF0078E}" type="pres">
      <dgm:prSet presAssocID="{A6D062D8-6DB9-4D31-A2E9-48087C505723}" presName="spacer" presStyleCnt="0"/>
      <dgm:spPr/>
    </dgm:pt>
    <dgm:pt modelId="{10EA9A43-A329-4B99-A8B5-4610DE4EE473}" type="pres">
      <dgm:prSet presAssocID="{B933096D-C5C9-4B9E-B62E-E4683B63A46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1FAECA-8613-4696-9A72-060CEF362C85}" type="pres">
      <dgm:prSet presAssocID="{166461CE-D7F4-4CB8-BEE1-F041B11D5F1B}" presName="spacer" presStyleCnt="0"/>
      <dgm:spPr/>
    </dgm:pt>
    <dgm:pt modelId="{ECD080F4-B32D-4F56-B591-184CDBD74329}" type="pres">
      <dgm:prSet presAssocID="{C271398C-07F5-4C6A-A56B-9640C78D5BE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F99453-6B1B-438D-A120-7B63C1BF0DEE}" type="pres">
      <dgm:prSet presAssocID="{808B7867-59BF-4E97-B4B8-06A95423F136}" presName="spacer" presStyleCnt="0"/>
      <dgm:spPr/>
    </dgm:pt>
    <dgm:pt modelId="{BA347E55-87B1-4AF0-BD7F-D05A2E371FBB}" type="pres">
      <dgm:prSet presAssocID="{255A25E7-5292-4A6D-AE8C-5145FCAE5F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79FF416-65EF-4D7C-9D24-E8032E73307A}" type="presOf" srcId="{C271398C-07F5-4C6A-A56B-9640C78D5BE8}" destId="{ECD080F4-B32D-4F56-B591-184CDBD74329}" srcOrd="0" destOrd="0" presId="urn:microsoft.com/office/officeart/2005/8/layout/vList2"/>
    <dgm:cxn modelId="{2C54473A-797E-4FCE-A3B0-CF9EBEB7475D}" srcId="{BEA9C2F0-39EC-40D8-8BD8-EAD93CC80775}" destId="{C271398C-07F5-4C6A-A56B-9640C78D5BE8}" srcOrd="2" destOrd="0" parTransId="{5FC48C4A-3C2B-42AB-8DFA-A560372201A6}" sibTransId="{808B7867-59BF-4E97-B4B8-06A95423F136}"/>
    <dgm:cxn modelId="{1890F76B-E393-42F5-BD55-B05EAF9FDE8E}" type="presOf" srcId="{BEA9C2F0-39EC-40D8-8BD8-EAD93CC80775}" destId="{35E1F653-08DA-4EE5-9EAA-26B16FED8247}" srcOrd="0" destOrd="0" presId="urn:microsoft.com/office/officeart/2005/8/layout/vList2"/>
    <dgm:cxn modelId="{A000BC74-4E2D-4D45-8508-6379BA1EA1DA}" srcId="{BEA9C2F0-39EC-40D8-8BD8-EAD93CC80775}" destId="{255A25E7-5292-4A6D-AE8C-5145FCAE5F80}" srcOrd="3" destOrd="0" parTransId="{AD0BEF0B-7276-473E-8A6C-AB617B56FC56}" sibTransId="{2F83DCCC-17DA-418C-9886-EB47E1E7ABBB}"/>
    <dgm:cxn modelId="{F6D83379-EEEB-40EB-970B-D771C5E82C67}" type="presOf" srcId="{6008AB15-1073-4D9D-A53B-0166D81002FA}" destId="{369161BF-4F27-41E4-966D-153CEDA8E3DD}" srcOrd="0" destOrd="0" presId="urn:microsoft.com/office/officeart/2005/8/layout/vList2"/>
    <dgm:cxn modelId="{8AA4CC7B-8585-4E95-BFDC-8ECAFCA630AC}" type="presOf" srcId="{B933096D-C5C9-4B9E-B62E-E4683B63A464}" destId="{10EA9A43-A329-4B99-A8B5-4610DE4EE473}" srcOrd="0" destOrd="0" presId="urn:microsoft.com/office/officeart/2005/8/layout/vList2"/>
    <dgm:cxn modelId="{F6911198-0EDF-44C6-A095-28B17BE3022D}" srcId="{BEA9C2F0-39EC-40D8-8BD8-EAD93CC80775}" destId="{B933096D-C5C9-4B9E-B62E-E4683B63A464}" srcOrd="1" destOrd="0" parTransId="{946B882C-91F7-4440-84FC-38BDFFF1C48E}" sibTransId="{166461CE-D7F4-4CB8-BEE1-F041B11D5F1B}"/>
    <dgm:cxn modelId="{B3DA5ABD-0D9F-4011-98F7-DE2FE67075C5}" type="presOf" srcId="{255A25E7-5292-4A6D-AE8C-5145FCAE5F80}" destId="{BA347E55-87B1-4AF0-BD7F-D05A2E371FBB}" srcOrd="0" destOrd="0" presId="urn:microsoft.com/office/officeart/2005/8/layout/vList2"/>
    <dgm:cxn modelId="{F21216F0-4F49-4984-9624-11A3D241FF3B}" srcId="{BEA9C2F0-39EC-40D8-8BD8-EAD93CC80775}" destId="{6008AB15-1073-4D9D-A53B-0166D81002FA}" srcOrd="0" destOrd="0" parTransId="{80EF1AA8-4818-492A-B3FC-E36C788B962D}" sibTransId="{A6D062D8-6DB9-4D31-A2E9-48087C505723}"/>
    <dgm:cxn modelId="{16BCA9BE-C802-441E-868C-52D1E2653BD4}" type="presParOf" srcId="{35E1F653-08DA-4EE5-9EAA-26B16FED8247}" destId="{369161BF-4F27-41E4-966D-153CEDA8E3DD}" srcOrd="0" destOrd="0" presId="urn:microsoft.com/office/officeart/2005/8/layout/vList2"/>
    <dgm:cxn modelId="{F49F0B23-7F60-4B8B-9365-1AD3A39AAECC}" type="presParOf" srcId="{35E1F653-08DA-4EE5-9EAA-26B16FED8247}" destId="{6C56525E-68D9-4EB9-82D3-F0107EF0078E}" srcOrd="1" destOrd="0" presId="urn:microsoft.com/office/officeart/2005/8/layout/vList2"/>
    <dgm:cxn modelId="{55B5A5D3-2392-4C54-BDF9-6FDC0F02D09F}" type="presParOf" srcId="{35E1F653-08DA-4EE5-9EAA-26B16FED8247}" destId="{10EA9A43-A329-4B99-A8B5-4610DE4EE473}" srcOrd="2" destOrd="0" presId="urn:microsoft.com/office/officeart/2005/8/layout/vList2"/>
    <dgm:cxn modelId="{7544256E-E4B3-484B-B826-E2BACC909E83}" type="presParOf" srcId="{35E1F653-08DA-4EE5-9EAA-26B16FED8247}" destId="{EE1FAECA-8613-4696-9A72-060CEF362C85}" srcOrd="3" destOrd="0" presId="urn:microsoft.com/office/officeart/2005/8/layout/vList2"/>
    <dgm:cxn modelId="{B1881ECD-BF06-40DD-A5F2-732DF0141D2D}" type="presParOf" srcId="{35E1F653-08DA-4EE5-9EAA-26B16FED8247}" destId="{ECD080F4-B32D-4F56-B591-184CDBD74329}" srcOrd="4" destOrd="0" presId="urn:microsoft.com/office/officeart/2005/8/layout/vList2"/>
    <dgm:cxn modelId="{C97CC06B-F46C-4ABA-AB86-72AAE039C2D9}" type="presParOf" srcId="{35E1F653-08DA-4EE5-9EAA-26B16FED8247}" destId="{79F99453-6B1B-438D-A120-7B63C1BF0DEE}" srcOrd="5" destOrd="0" presId="urn:microsoft.com/office/officeart/2005/8/layout/vList2"/>
    <dgm:cxn modelId="{8D4A0D9D-6F4A-4CAC-845B-C94EEED95CFA}" type="presParOf" srcId="{35E1F653-08DA-4EE5-9EAA-26B16FED8247}" destId="{BA347E55-87B1-4AF0-BD7F-D05A2E371FB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A145499-0C03-4A06-AE16-1BC60578D45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4BEAF6D-310E-4E71-929A-D815915565B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Menu-driven console app</a:t>
          </a:r>
        </a:p>
      </dgm:t>
    </dgm:pt>
    <dgm:pt modelId="{34FDB102-EE47-4EBE-A25B-57E7F7D0C244}" type="parTrans" cxnId="{98FE31B6-ECAE-47AD-8B33-841D4FD8624A}">
      <dgm:prSet/>
      <dgm:spPr/>
      <dgm:t>
        <a:bodyPr/>
        <a:lstStyle/>
        <a:p>
          <a:endParaRPr lang="en-US"/>
        </a:p>
      </dgm:t>
    </dgm:pt>
    <dgm:pt modelId="{65B20256-EE96-47BD-A875-08F1C77874F2}" type="sibTrans" cxnId="{98FE31B6-ECAE-47AD-8B33-841D4FD8624A}">
      <dgm:prSet/>
      <dgm:spPr/>
      <dgm:t>
        <a:bodyPr/>
        <a:lstStyle/>
        <a:p>
          <a:endParaRPr lang="en-US"/>
        </a:p>
      </dgm:t>
    </dgm:pt>
    <dgm:pt modelId="{10D312A8-5E97-4632-BBB0-7B506C97D3E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Uses JDBC</a:t>
          </a:r>
        </a:p>
      </dgm:t>
    </dgm:pt>
    <dgm:pt modelId="{1F394754-10FD-4942-937E-9B8D5CEE9D1A}" type="parTrans" cxnId="{706A8C00-361D-4E65-ACC0-F7645C3BAB9A}">
      <dgm:prSet/>
      <dgm:spPr/>
      <dgm:t>
        <a:bodyPr/>
        <a:lstStyle/>
        <a:p>
          <a:endParaRPr lang="en-US"/>
        </a:p>
      </dgm:t>
    </dgm:pt>
    <dgm:pt modelId="{A4E9152F-267E-4EE2-A452-D2AD9923926F}" type="sibTrans" cxnId="{706A8C00-361D-4E65-ACC0-F7645C3BAB9A}">
      <dgm:prSet/>
      <dgm:spPr/>
      <dgm:t>
        <a:bodyPr/>
        <a:lstStyle/>
        <a:p>
          <a:endParaRPr lang="en-US"/>
        </a:p>
      </dgm:t>
    </dgm:pt>
    <dgm:pt modelId="{15B8A2E0-5B79-443B-AD2B-33B9994DDD0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Performs CRUD operations</a:t>
          </a:r>
        </a:p>
      </dgm:t>
    </dgm:pt>
    <dgm:pt modelId="{0E3FE3E2-BA0A-4281-AC40-83D004989FD6}" type="parTrans" cxnId="{0EDC0308-FC97-4254-A55D-718A8916B09F}">
      <dgm:prSet/>
      <dgm:spPr/>
      <dgm:t>
        <a:bodyPr/>
        <a:lstStyle/>
        <a:p>
          <a:endParaRPr lang="en-US"/>
        </a:p>
      </dgm:t>
    </dgm:pt>
    <dgm:pt modelId="{1224BF52-9D4E-4974-A8FB-6264FEF3E001}" type="sibTrans" cxnId="{0EDC0308-FC97-4254-A55D-718A8916B09F}">
      <dgm:prSet/>
      <dgm:spPr/>
      <dgm:t>
        <a:bodyPr/>
        <a:lstStyle/>
        <a:p>
          <a:endParaRPr lang="en-US"/>
        </a:p>
      </dgm:t>
    </dgm:pt>
    <dgm:pt modelId="{86862FA2-1042-4379-8D73-5E318DC417B4}" type="pres">
      <dgm:prSet presAssocID="{DA145499-0C03-4A06-AE16-1BC60578D45F}" presName="root" presStyleCnt="0">
        <dgm:presLayoutVars>
          <dgm:dir/>
          <dgm:resizeHandles val="exact"/>
        </dgm:presLayoutVars>
      </dgm:prSet>
      <dgm:spPr/>
    </dgm:pt>
    <dgm:pt modelId="{DEE01780-9904-4D96-8828-74D2B9D53EC8}" type="pres">
      <dgm:prSet presAssocID="{B4BEAF6D-310E-4E71-929A-D815915565B6}" presName="compNode" presStyleCnt="0"/>
      <dgm:spPr/>
    </dgm:pt>
    <dgm:pt modelId="{F4C6617E-ACF7-489F-9A7A-F3A7F9D0AE78}" type="pres">
      <dgm:prSet presAssocID="{B4BEAF6D-310E-4E71-929A-D815915565B6}" presName="iconBgRect" presStyleLbl="bgShp" presStyleIdx="0" presStyleCnt="3"/>
      <dgm:spPr/>
    </dgm:pt>
    <dgm:pt modelId="{B0163321-0717-4082-B38D-645E60998098}" type="pres">
      <dgm:prSet presAssocID="{B4BEAF6D-310E-4E71-929A-D815915565B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0DDE732-1631-4E4E-B0F5-94DC96D24F96}" type="pres">
      <dgm:prSet presAssocID="{B4BEAF6D-310E-4E71-929A-D815915565B6}" presName="spaceRect" presStyleCnt="0"/>
      <dgm:spPr/>
    </dgm:pt>
    <dgm:pt modelId="{04AFAF15-9BBC-4DD4-B1E9-3E00E0D0F396}" type="pres">
      <dgm:prSet presAssocID="{B4BEAF6D-310E-4E71-929A-D815915565B6}" presName="textRect" presStyleLbl="revTx" presStyleIdx="0" presStyleCnt="3">
        <dgm:presLayoutVars>
          <dgm:chMax val="1"/>
          <dgm:chPref val="1"/>
        </dgm:presLayoutVars>
      </dgm:prSet>
      <dgm:spPr/>
    </dgm:pt>
    <dgm:pt modelId="{1DD352E0-44B8-4F3B-8701-BB3245285300}" type="pres">
      <dgm:prSet presAssocID="{65B20256-EE96-47BD-A875-08F1C77874F2}" presName="sibTrans" presStyleCnt="0"/>
      <dgm:spPr/>
    </dgm:pt>
    <dgm:pt modelId="{21B65FAE-5AB9-43FD-ABBD-FE5437A294D4}" type="pres">
      <dgm:prSet presAssocID="{10D312A8-5E97-4632-BBB0-7B506C97D3E9}" presName="compNode" presStyleCnt="0"/>
      <dgm:spPr/>
    </dgm:pt>
    <dgm:pt modelId="{2C2EB673-B292-4A42-BB28-2570E674F0F5}" type="pres">
      <dgm:prSet presAssocID="{10D312A8-5E97-4632-BBB0-7B506C97D3E9}" presName="iconBgRect" presStyleLbl="bgShp" presStyleIdx="1" presStyleCnt="3"/>
      <dgm:spPr/>
    </dgm:pt>
    <dgm:pt modelId="{616ADB25-8517-441D-84F9-50AB966D8875}" type="pres">
      <dgm:prSet presAssocID="{10D312A8-5E97-4632-BBB0-7B506C97D3E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3E0292C-F1A2-4D7E-863A-2AA52E07E111}" type="pres">
      <dgm:prSet presAssocID="{10D312A8-5E97-4632-BBB0-7B506C97D3E9}" presName="spaceRect" presStyleCnt="0"/>
      <dgm:spPr/>
    </dgm:pt>
    <dgm:pt modelId="{84EE2BE8-C67B-4185-B87F-7A899D2B8060}" type="pres">
      <dgm:prSet presAssocID="{10D312A8-5E97-4632-BBB0-7B506C97D3E9}" presName="textRect" presStyleLbl="revTx" presStyleIdx="1" presStyleCnt="3">
        <dgm:presLayoutVars>
          <dgm:chMax val="1"/>
          <dgm:chPref val="1"/>
        </dgm:presLayoutVars>
      </dgm:prSet>
      <dgm:spPr/>
    </dgm:pt>
    <dgm:pt modelId="{F5942FB0-43D2-4859-A140-3F27A88180D9}" type="pres">
      <dgm:prSet presAssocID="{A4E9152F-267E-4EE2-A452-D2AD9923926F}" presName="sibTrans" presStyleCnt="0"/>
      <dgm:spPr/>
    </dgm:pt>
    <dgm:pt modelId="{84341D48-E986-4C53-8E5C-9C551D136DDA}" type="pres">
      <dgm:prSet presAssocID="{15B8A2E0-5B79-443B-AD2B-33B9994DDD05}" presName="compNode" presStyleCnt="0"/>
      <dgm:spPr/>
    </dgm:pt>
    <dgm:pt modelId="{2FE1C191-D78E-4003-813C-C858F6C8D8B7}" type="pres">
      <dgm:prSet presAssocID="{15B8A2E0-5B79-443B-AD2B-33B9994DDD05}" presName="iconBgRect" presStyleLbl="bgShp" presStyleIdx="2" presStyleCnt="3"/>
      <dgm:spPr/>
    </dgm:pt>
    <dgm:pt modelId="{AAF8EA46-9BD1-4E31-AEB6-8C832BEB3EA1}" type="pres">
      <dgm:prSet presAssocID="{15B8A2E0-5B79-443B-AD2B-33B9994DDD0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B94F5F62-410B-43AA-B0B7-6C3F65EA464F}" type="pres">
      <dgm:prSet presAssocID="{15B8A2E0-5B79-443B-AD2B-33B9994DDD05}" presName="spaceRect" presStyleCnt="0"/>
      <dgm:spPr/>
    </dgm:pt>
    <dgm:pt modelId="{8336939E-5B76-43C1-80FC-47517FCCDCE1}" type="pres">
      <dgm:prSet presAssocID="{15B8A2E0-5B79-443B-AD2B-33B9994DDD0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06A8C00-361D-4E65-ACC0-F7645C3BAB9A}" srcId="{DA145499-0C03-4A06-AE16-1BC60578D45F}" destId="{10D312A8-5E97-4632-BBB0-7B506C97D3E9}" srcOrd="1" destOrd="0" parTransId="{1F394754-10FD-4942-937E-9B8D5CEE9D1A}" sibTransId="{A4E9152F-267E-4EE2-A452-D2AD9923926F}"/>
    <dgm:cxn modelId="{29E54A03-EE02-432A-8D77-331E53BA38B3}" type="presOf" srcId="{DA145499-0C03-4A06-AE16-1BC60578D45F}" destId="{86862FA2-1042-4379-8D73-5E318DC417B4}" srcOrd="0" destOrd="0" presId="urn:microsoft.com/office/officeart/2018/5/layout/IconCircleLabelList"/>
    <dgm:cxn modelId="{0EDC0308-FC97-4254-A55D-718A8916B09F}" srcId="{DA145499-0C03-4A06-AE16-1BC60578D45F}" destId="{15B8A2E0-5B79-443B-AD2B-33B9994DDD05}" srcOrd="2" destOrd="0" parTransId="{0E3FE3E2-BA0A-4281-AC40-83D004989FD6}" sibTransId="{1224BF52-9D4E-4974-A8FB-6264FEF3E001}"/>
    <dgm:cxn modelId="{365D6F34-66AF-497E-803C-9A74BBF13901}" type="presOf" srcId="{15B8A2E0-5B79-443B-AD2B-33B9994DDD05}" destId="{8336939E-5B76-43C1-80FC-47517FCCDCE1}" srcOrd="0" destOrd="0" presId="urn:microsoft.com/office/officeart/2018/5/layout/IconCircleLabelList"/>
    <dgm:cxn modelId="{D7DFFB35-8FFE-4E9A-9416-43F09FE4D9DB}" type="presOf" srcId="{B4BEAF6D-310E-4E71-929A-D815915565B6}" destId="{04AFAF15-9BBC-4DD4-B1E9-3E00E0D0F396}" srcOrd="0" destOrd="0" presId="urn:microsoft.com/office/officeart/2018/5/layout/IconCircleLabelList"/>
    <dgm:cxn modelId="{9702E5AB-DBD2-443A-BFBC-1FE80B008F20}" type="presOf" srcId="{10D312A8-5E97-4632-BBB0-7B506C97D3E9}" destId="{84EE2BE8-C67B-4185-B87F-7A899D2B8060}" srcOrd="0" destOrd="0" presId="urn:microsoft.com/office/officeart/2018/5/layout/IconCircleLabelList"/>
    <dgm:cxn modelId="{98FE31B6-ECAE-47AD-8B33-841D4FD8624A}" srcId="{DA145499-0C03-4A06-AE16-1BC60578D45F}" destId="{B4BEAF6D-310E-4E71-929A-D815915565B6}" srcOrd="0" destOrd="0" parTransId="{34FDB102-EE47-4EBE-A25B-57E7F7D0C244}" sibTransId="{65B20256-EE96-47BD-A875-08F1C77874F2}"/>
    <dgm:cxn modelId="{B53DF945-4E56-4B25-A12A-6165EC0E0851}" type="presParOf" srcId="{86862FA2-1042-4379-8D73-5E318DC417B4}" destId="{DEE01780-9904-4D96-8828-74D2B9D53EC8}" srcOrd="0" destOrd="0" presId="urn:microsoft.com/office/officeart/2018/5/layout/IconCircleLabelList"/>
    <dgm:cxn modelId="{C31CE4C0-05F6-4CBE-B96B-7F3EA0FD82DF}" type="presParOf" srcId="{DEE01780-9904-4D96-8828-74D2B9D53EC8}" destId="{F4C6617E-ACF7-489F-9A7A-F3A7F9D0AE78}" srcOrd="0" destOrd="0" presId="urn:microsoft.com/office/officeart/2018/5/layout/IconCircleLabelList"/>
    <dgm:cxn modelId="{F7C969C9-E9F7-461E-8BFE-B3CB4FA71A2D}" type="presParOf" srcId="{DEE01780-9904-4D96-8828-74D2B9D53EC8}" destId="{B0163321-0717-4082-B38D-645E60998098}" srcOrd="1" destOrd="0" presId="urn:microsoft.com/office/officeart/2018/5/layout/IconCircleLabelList"/>
    <dgm:cxn modelId="{18D95B73-5A00-44ED-9295-C8AD2CD4D44B}" type="presParOf" srcId="{DEE01780-9904-4D96-8828-74D2B9D53EC8}" destId="{E0DDE732-1631-4E4E-B0F5-94DC96D24F96}" srcOrd="2" destOrd="0" presId="urn:microsoft.com/office/officeart/2018/5/layout/IconCircleLabelList"/>
    <dgm:cxn modelId="{AC633EEE-8F62-4E4F-9AF2-84EC922731A0}" type="presParOf" srcId="{DEE01780-9904-4D96-8828-74D2B9D53EC8}" destId="{04AFAF15-9BBC-4DD4-B1E9-3E00E0D0F396}" srcOrd="3" destOrd="0" presId="urn:microsoft.com/office/officeart/2018/5/layout/IconCircleLabelList"/>
    <dgm:cxn modelId="{54E15F5F-104B-4FC9-AB0F-3084498503AE}" type="presParOf" srcId="{86862FA2-1042-4379-8D73-5E318DC417B4}" destId="{1DD352E0-44B8-4F3B-8701-BB3245285300}" srcOrd="1" destOrd="0" presId="urn:microsoft.com/office/officeart/2018/5/layout/IconCircleLabelList"/>
    <dgm:cxn modelId="{D860F741-A2E7-4082-B2B2-BA2282151934}" type="presParOf" srcId="{86862FA2-1042-4379-8D73-5E318DC417B4}" destId="{21B65FAE-5AB9-43FD-ABBD-FE5437A294D4}" srcOrd="2" destOrd="0" presId="urn:microsoft.com/office/officeart/2018/5/layout/IconCircleLabelList"/>
    <dgm:cxn modelId="{C01909D5-DB71-4A9A-8544-ACF09E57DDDC}" type="presParOf" srcId="{21B65FAE-5AB9-43FD-ABBD-FE5437A294D4}" destId="{2C2EB673-B292-4A42-BB28-2570E674F0F5}" srcOrd="0" destOrd="0" presId="urn:microsoft.com/office/officeart/2018/5/layout/IconCircleLabelList"/>
    <dgm:cxn modelId="{2B7BDBEB-4E6F-4FDE-8B2E-D7413A0C5E2F}" type="presParOf" srcId="{21B65FAE-5AB9-43FD-ABBD-FE5437A294D4}" destId="{616ADB25-8517-441D-84F9-50AB966D8875}" srcOrd="1" destOrd="0" presId="urn:microsoft.com/office/officeart/2018/5/layout/IconCircleLabelList"/>
    <dgm:cxn modelId="{F5F78090-0CFE-4E0F-A4F3-67023B79A219}" type="presParOf" srcId="{21B65FAE-5AB9-43FD-ABBD-FE5437A294D4}" destId="{13E0292C-F1A2-4D7E-863A-2AA52E07E111}" srcOrd="2" destOrd="0" presId="urn:microsoft.com/office/officeart/2018/5/layout/IconCircleLabelList"/>
    <dgm:cxn modelId="{7F099780-750E-436D-B950-C18E83D53B4E}" type="presParOf" srcId="{21B65FAE-5AB9-43FD-ABBD-FE5437A294D4}" destId="{84EE2BE8-C67B-4185-B87F-7A899D2B8060}" srcOrd="3" destOrd="0" presId="urn:microsoft.com/office/officeart/2018/5/layout/IconCircleLabelList"/>
    <dgm:cxn modelId="{E4155812-84CE-4E68-B3FE-4118564D28F6}" type="presParOf" srcId="{86862FA2-1042-4379-8D73-5E318DC417B4}" destId="{F5942FB0-43D2-4859-A140-3F27A88180D9}" srcOrd="3" destOrd="0" presId="urn:microsoft.com/office/officeart/2018/5/layout/IconCircleLabelList"/>
    <dgm:cxn modelId="{4BAFF1F3-0362-4F95-9006-6E3FA3E87F36}" type="presParOf" srcId="{86862FA2-1042-4379-8D73-5E318DC417B4}" destId="{84341D48-E986-4C53-8E5C-9C551D136DDA}" srcOrd="4" destOrd="0" presId="urn:microsoft.com/office/officeart/2018/5/layout/IconCircleLabelList"/>
    <dgm:cxn modelId="{AB188B86-D5A5-43BA-B907-ED035D959504}" type="presParOf" srcId="{84341D48-E986-4C53-8E5C-9C551D136DDA}" destId="{2FE1C191-D78E-4003-813C-C858F6C8D8B7}" srcOrd="0" destOrd="0" presId="urn:microsoft.com/office/officeart/2018/5/layout/IconCircleLabelList"/>
    <dgm:cxn modelId="{C891692B-D727-44EB-99FF-7B2DCAC52D27}" type="presParOf" srcId="{84341D48-E986-4C53-8E5C-9C551D136DDA}" destId="{AAF8EA46-9BD1-4E31-AEB6-8C832BEB3EA1}" srcOrd="1" destOrd="0" presId="urn:microsoft.com/office/officeart/2018/5/layout/IconCircleLabelList"/>
    <dgm:cxn modelId="{A4485037-8DB0-4CCA-B402-845D21B469FE}" type="presParOf" srcId="{84341D48-E986-4C53-8E5C-9C551D136DDA}" destId="{B94F5F62-410B-43AA-B0B7-6C3F65EA464F}" srcOrd="2" destOrd="0" presId="urn:microsoft.com/office/officeart/2018/5/layout/IconCircleLabelList"/>
    <dgm:cxn modelId="{21CC80E9-DA48-417B-AC74-3E5BDB737BB6}" type="presParOf" srcId="{84341D48-E986-4C53-8E5C-9C551D136DDA}" destId="{8336939E-5B76-43C1-80FC-47517FCCDCE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8AEF754-6FF0-4223-B3CF-8FE90C250D5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8AF66E2-1C12-454C-AA96-B8ED7D37A418}">
      <dgm:prSet/>
      <dgm:spPr/>
      <dgm:t>
        <a:bodyPr/>
        <a:lstStyle/>
        <a:p>
          <a:pPr>
            <a:defRPr cap="all"/>
          </a:pPr>
          <a:r>
            <a:rPr lang="en-US" dirty="0"/>
            <a:t>Main + DatabaseConnection</a:t>
          </a:r>
        </a:p>
      </dgm:t>
    </dgm:pt>
    <dgm:pt modelId="{975D2047-2E93-4EC0-B4F2-8664840A65B0}" type="parTrans" cxnId="{38F390E8-7A5F-4781-91E1-9F3844E7EF29}">
      <dgm:prSet/>
      <dgm:spPr/>
      <dgm:t>
        <a:bodyPr/>
        <a:lstStyle/>
        <a:p>
          <a:endParaRPr lang="en-US"/>
        </a:p>
      </dgm:t>
    </dgm:pt>
    <dgm:pt modelId="{5C6122EB-5E9B-42DB-81A1-FCAA58666EAF}" type="sibTrans" cxnId="{38F390E8-7A5F-4781-91E1-9F3844E7EF29}">
      <dgm:prSet/>
      <dgm:spPr/>
      <dgm:t>
        <a:bodyPr/>
        <a:lstStyle/>
        <a:p>
          <a:endParaRPr lang="en-US"/>
        </a:p>
      </dgm:t>
    </dgm:pt>
    <dgm:pt modelId="{D9E37B84-62D3-4014-B9E4-CBF7041B7C8C}">
      <dgm:prSet/>
      <dgm:spPr/>
      <dgm:t>
        <a:bodyPr/>
        <a:lstStyle/>
        <a:p>
          <a:pPr>
            <a:defRPr cap="all"/>
          </a:pPr>
          <a:r>
            <a:rPr lang="en-US"/>
            <a:t>Organized Structure</a:t>
          </a:r>
        </a:p>
      </dgm:t>
    </dgm:pt>
    <dgm:pt modelId="{5A8716BE-2B73-4FC7-9085-C35BA20F097D}" type="parTrans" cxnId="{E2A89720-F851-4D7B-920D-6FBAD2D7D647}">
      <dgm:prSet/>
      <dgm:spPr/>
      <dgm:t>
        <a:bodyPr/>
        <a:lstStyle/>
        <a:p>
          <a:endParaRPr lang="en-US"/>
        </a:p>
      </dgm:t>
    </dgm:pt>
    <dgm:pt modelId="{78DAEFD7-81E7-4D3D-A41F-B4D8A76705D2}" type="sibTrans" cxnId="{E2A89720-F851-4D7B-920D-6FBAD2D7D647}">
      <dgm:prSet/>
      <dgm:spPr/>
      <dgm:t>
        <a:bodyPr/>
        <a:lstStyle/>
        <a:p>
          <a:endParaRPr lang="en-US"/>
        </a:p>
      </dgm:t>
    </dgm:pt>
    <dgm:pt modelId="{DE6204B1-BE00-42E2-95CE-D131DDDA7E2B}" type="pres">
      <dgm:prSet presAssocID="{18AEF754-6FF0-4223-B3CF-8FE90C250D52}" presName="root" presStyleCnt="0">
        <dgm:presLayoutVars>
          <dgm:dir/>
          <dgm:resizeHandles val="exact"/>
        </dgm:presLayoutVars>
      </dgm:prSet>
      <dgm:spPr/>
    </dgm:pt>
    <dgm:pt modelId="{FA48199C-570C-4E2C-9972-84C2C0048892}" type="pres">
      <dgm:prSet presAssocID="{28AF66E2-1C12-454C-AA96-B8ED7D37A418}" presName="compNode" presStyleCnt="0"/>
      <dgm:spPr/>
    </dgm:pt>
    <dgm:pt modelId="{8E4E5172-EABE-4958-836F-0CC2B7C16F78}" type="pres">
      <dgm:prSet presAssocID="{28AF66E2-1C12-454C-AA96-B8ED7D37A418}" presName="iconBgRect" presStyleLbl="bgShp" presStyleIdx="0" presStyleCnt="2"/>
      <dgm:spPr/>
    </dgm:pt>
    <dgm:pt modelId="{1907D6FF-0731-4323-8337-0ADFB1967E6B}" type="pres">
      <dgm:prSet presAssocID="{28AF66E2-1C12-454C-AA96-B8ED7D37A41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6A0D572-BB9E-450B-ABE1-F376523176CC}" type="pres">
      <dgm:prSet presAssocID="{28AF66E2-1C12-454C-AA96-B8ED7D37A418}" presName="spaceRect" presStyleCnt="0"/>
      <dgm:spPr/>
    </dgm:pt>
    <dgm:pt modelId="{DD0731DD-0D90-46CE-9E27-6BBB396D5519}" type="pres">
      <dgm:prSet presAssocID="{28AF66E2-1C12-454C-AA96-B8ED7D37A418}" presName="textRect" presStyleLbl="revTx" presStyleIdx="0" presStyleCnt="2" custLinFactNeighborX="-128" custLinFactNeighborY="210">
        <dgm:presLayoutVars>
          <dgm:chMax val="1"/>
          <dgm:chPref val="1"/>
        </dgm:presLayoutVars>
      </dgm:prSet>
      <dgm:spPr/>
    </dgm:pt>
    <dgm:pt modelId="{854C3EE7-76FE-4183-A663-87C16E9401D8}" type="pres">
      <dgm:prSet presAssocID="{5C6122EB-5E9B-42DB-81A1-FCAA58666EAF}" presName="sibTrans" presStyleCnt="0"/>
      <dgm:spPr/>
    </dgm:pt>
    <dgm:pt modelId="{4750E3F9-F417-45BC-838E-BF9FB1353FD1}" type="pres">
      <dgm:prSet presAssocID="{D9E37B84-62D3-4014-B9E4-CBF7041B7C8C}" presName="compNode" presStyleCnt="0"/>
      <dgm:spPr/>
    </dgm:pt>
    <dgm:pt modelId="{293D3EDB-5934-4054-ABAD-D7F4AEFC9A3D}" type="pres">
      <dgm:prSet presAssocID="{D9E37B84-62D3-4014-B9E4-CBF7041B7C8C}" presName="iconBgRect" presStyleLbl="bgShp" presStyleIdx="1" presStyleCnt="2"/>
      <dgm:spPr/>
    </dgm:pt>
    <dgm:pt modelId="{E61EF94F-D2A5-4D57-A6C2-409DB539BFB8}" type="pres">
      <dgm:prSet presAssocID="{D9E37B84-62D3-4014-B9E4-CBF7041B7C8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4D6C64C-01E9-4DA5-A1AF-ADC29CDEAD56}" type="pres">
      <dgm:prSet presAssocID="{D9E37B84-62D3-4014-B9E4-CBF7041B7C8C}" presName="spaceRect" presStyleCnt="0"/>
      <dgm:spPr/>
    </dgm:pt>
    <dgm:pt modelId="{52D1133F-81FD-4E57-9E96-0F69C85FB461}" type="pres">
      <dgm:prSet presAssocID="{D9E37B84-62D3-4014-B9E4-CBF7041B7C8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2A89720-F851-4D7B-920D-6FBAD2D7D647}" srcId="{18AEF754-6FF0-4223-B3CF-8FE90C250D52}" destId="{D9E37B84-62D3-4014-B9E4-CBF7041B7C8C}" srcOrd="1" destOrd="0" parTransId="{5A8716BE-2B73-4FC7-9085-C35BA20F097D}" sibTransId="{78DAEFD7-81E7-4D3D-A41F-B4D8A76705D2}"/>
    <dgm:cxn modelId="{D0865430-5C2D-46E6-A71B-8E0628F338B8}" type="presOf" srcId="{18AEF754-6FF0-4223-B3CF-8FE90C250D52}" destId="{DE6204B1-BE00-42E2-95CE-D131DDDA7E2B}" srcOrd="0" destOrd="0" presId="urn:microsoft.com/office/officeart/2018/5/layout/IconCircleLabelList"/>
    <dgm:cxn modelId="{43C6305C-A4C4-4E21-B3B2-8C68AD78ACDA}" type="presOf" srcId="{D9E37B84-62D3-4014-B9E4-CBF7041B7C8C}" destId="{52D1133F-81FD-4E57-9E96-0F69C85FB461}" srcOrd="0" destOrd="0" presId="urn:microsoft.com/office/officeart/2018/5/layout/IconCircleLabelList"/>
    <dgm:cxn modelId="{FA060A7E-919B-4943-911C-A0AFC242CF05}" type="presOf" srcId="{28AF66E2-1C12-454C-AA96-B8ED7D37A418}" destId="{DD0731DD-0D90-46CE-9E27-6BBB396D5519}" srcOrd="0" destOrd="0" presId="urn:microsoft.com/office/officeart/2018/5/layout/IconCircleLabelList"/>
    <dgm:cxn modelId="{38F390E8-7A5F-4781-91E1-9F3844E7EF29}" srcId="{18AEF754-6FF0-4223-B3CF-8FE90C250D52}" destId="{28AF66E2-1C12-454C-AA96-B8ED7D37A418}" srcOrd="0" destOrd="0" parTransId="{975D2047-2E93-4EC0-B4F2-8664840A65B0}" sibTransId="{5C6122EB-5E9B-42DB-81A1-FCAA58666EAF}"/>
    <dgm:cxn modelId="{582D4169-07DF-4EF9-9D53-3ECD97A0F322}" type="presParOf" srcId="{DE6204B1-BE00-42E2-95CE-D131DDDA7E2B}" destId="{FA48199C-570C-4E2C-9972-84C2C0048892}" srcOrd="0" destOrd="0" presId="urn:microsoft.com/office/officeart/2018/5/layout/IconCircleLabelList"/>
    <dgm:cxn modelId="{04F05859-0B01-4684-91DD-74FB5BC151A1}" type="presParOf" srcId="{FA48199C-570C-4E2C-9972-84C2C0048892}" destId="{8E4E5172-EABE-4958-836F-0CC2B7C16F78}" srcOrd="0" destOrd="0" presId="urn:microsoft.com/office/officeart/2018/5/layout/IconCircleLabelList"/>
    <dgm:cxn modelId="{18C2F8B8-08CD-474B-A421-98309164690A}" type="presParOf" srcId="{FA48199C-570C-4E2C-9972-84C2C0048892}" destId="{1907D6FF-0731-4323-8337-0ADFB1967E6B}" srcOrd="1" destOrd="0" presId="urn:microsoft.com/office/officeart/2018/5/layout/IconCircleLabelList"/>
    <dgm:cxn modelId="{6B2856FB-DCCE-4F6D-A792-2AB7CCEFF5A7}" type="presParOf" srcId="{FA48199C-570C-4E2C-9972-84C2C0048892}" destId="{E6A0D572-BB9E-450B-ABE1-F376523176CC}" srcOrd="2" destOrd="0" presId="urn:microsoft.com/office/officeart/2018/5/layout/IconCircleLabelList"/>
    <dgm:cxn modelId="{5820A1ED-87C5-4BC4-93B6-D2C1782D1ABE}" type="presParOf" srcId="{FA48199C-570C-4E2C-9972-84C2C0048892}" destId="{DD0731DD-0D90-46CE-9E27-6BBB396D5519}" srcOrd="3" destOrd="0" presId="urn:microsoft.com/office/officeart/2018/5/layout/IconCircleLabelList"/>
    <dgm:cxn modelId="{77504542-403E-412F-BFE6-60E31081C793}" type="presParOf" srcId="{DE6204B1-BE00-42E2-95CE-D131DDDA7E2B}" destId="{854C3EE7-76FE-4183-A663-87C16E9401D8}" srcOrd="1" destOrd="0" presId="urn:microsoft.com/office/officeart/2018/5/layout/IconCircleLabelList"/>
    <dgm:cxn modelId="{49485B77-FA9E-4298-A1C6-2BAB5628D9D7}" type="presParOf" srcId="{DE6204B1-BE00-42E2-95CE-D131DDDA7E2B}" destId="{4750E3F9-F417-45BC-838E-BF9FB1353FD1}" srcOrd="2" destOrd="0" presId="urn:microsoft.com/office/officeart/2018/5/layout/IconCircleLabelList"/>
    <dgm:cxn modelId="{2EED5029-5F01-41CB-82CF-3E73F8A85900}" type="presParOf" srcId="{4750E3F9-F417-45BC-838E-BF9FB1353FD1}" destId="{293D3EDB-5934-4054-ABAD-D7F4AEFC9A3D}" srcOrd="0" destOrd="0" presId="urn:microsoft.com/office/officeart/2018/5/layout/IconCircleLabelList"/>
    <dgm:cxn modelId="{FFBF3AD6-8451-4B30-8D3E-C96C487B5372}" type="presParOf" srcId="{4750E3F9-F417-45BC-838E-BF9FB1353FD1}" destId="{E61EF94F-D2A5-4D57-A6C2-409DB539BFB8}" srcOrd="1" destOrd="0" presId="urn:microsoft.com/office/officeart/2018/5/layout/IconCircleLabelList"/>
    <dgm:cxn modelId="{7E0B7120-75E8-4F5B-AA86-792286052B76}" type="presParOf" srcId="{4750E3F9-F417-45BC-838E-BF9FB1353FD1}" destId="{D4D6C64C-01E9-4DA5-A1AF-ADC29CDEAD56}" srcOrd="2" destOrd="0" presId="urn:microsoft.com/office/officeart/2018/5/layout/IconCircleLabelList"/>
    <dgm:cxn modelId="{5ECEF700-6298-42D2-81D0-62193D203FB8}" type="presParOf" srcId="{4750E3F9-F417-45BC-838E-BF9FB1353FD1}" destId="{52D1133F-81FD-4E57-9E96-0F69C85FB46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3E3A06E-CC8B-405C-8385-75832568A3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F9F534B-3CE0-4633-8E99-9DECDADA9004}">
      <dgm:prSet/>
      <dgm:spPr/>
      <dgm:t>
        <a:bodyPr/>
        <a:lstStyle/>
        <a:p>
          <a:pPr>
            <a:defRPr cap="all"/>
          </a:pPr>
          <a:r>
            <a:rPr lang="en-US"/>
            <a:t>• System implemented successfully</a:t>
          </a:r>
        </a:p>
      </dgm:t>
    </dgm:pt>
    <dgm:pt modelId="{40F5F12A-F678-4514-9396-7EEA8EFDA587}" type="parTrans" cxnId="{63663F75-CEC2-49AE-AD21-EC15861200FA}">
      <dgm:prSet/>
      <dgm:spPr/>
      <dgm:t>
        <a:bodyPr/>
        <a:lstStyle/>
        <a:p>
          <a:endParaRPr lang="en-US"/>
        </a:p>
      </dgm:t>
    </dgm:pt>
    <dgm:pt modelId="{9044099B-C979-4312-AF5B-57FC20800B28}" type="sibTrans" cxnId="{63663F75-CEC2-49AE-AD21-EC15861200FA}">
      <dgm:prSet/>
      <dgm:spPr/>
      <dgm:t>
        <a:bodyPr/>
        <a:lstStyle/>
        <a:p>
          <a:endParaRPr lang="en-US"/>
        </a:p>
      </dgm:t>
    </dgm:pt>
    <dgm:pt modelId="{A054F1CB-3B14-4B0A-AB4C-23734280F8D7}">
      <dgm:prSet/>
      <dgm:spPr/>
      <dgm:t>
        <a:bodyPr/>
        <a:lstStyle/>
        <a:p>
          <a:pPr>
            <a:defRPr cap="all"/>
          </a:pPr>
          <a:r>
            <a:rPr lang="en-US" dirty="0"/>
            <a:t>• Demonstrates database and Java integration</a:t>
          </a:r>
        </a:p>
      </dgm:t>
    </dgm:pt>
    <dgm:pt modelId="{3693C55F-F785-4379-BC4B-4595B5C56BAC}" type="parTrans" cxnId="{D900741F-B181-4C71-A515-B5CA65621204}">
      <dgm:prSet/>
      <dgm:spPr/>
      <dgm:t>
        <a:bodyPr/>
        <a:lstStyle/>
        <a:p>
          <a:endParaRPr lang="en-US"/>
        </a:p>
      </dgm:t>
    </dgm:pt>
    <dgm:pt modelId="{E0068A5F-621C-41EB-8CEC-B8E50BBD49D0}" type="sibTrans" cxnId="{D900741F-B181-4C71-A515-B5CA65621204}">
      <dgm:prSet/>
      <dgm:spPr/>
      <dgm:t>
        <a:bodyPr/>
        <a:lstStyle/>
        <a:p>
          <a:endParaRPr lang="en-US"/>
        </a:p>
      </dgm:t>
    </dgm:pt>
    <dgm:pt modelId="{3DFA1026-9C5E-4CDC-B2F7-71FEDCDEBE9C}">
      <dgm:prSet/>
      <dgm:spPr/>
      <dgm:t>
        <a:bodyPr/>
        <a:lstStyle/>
        <a:p>
          <a:pPr>
            <a:defRPr cap="all"/>
          </a:pPr>
          <a:r>
            <a:rPr lang="en-US" dirty="0"/>
            <a:t>• Can be extended in future</a:t>
          </a:r>
        </a:p>
      </dgm:t>
    </dgm:pt>
    <dgm:pt modelId="{994AD603-2CF8-4A21-9144-B43BCA4DC916}" type="parTrans" cxnId="{8A66059A-790D-49BE-B59C-4761430CEF55}">
      <dgm:prSet/>
      <dgm:spPr/>
      <dgm:t>
        <a:bodyPr/>
        <a:lstStyle/>
        <a:p>
          <a:endParaRPr lang="en-US"/>
        </a:p>
      </dgm:t>
    </dgm:pt>
    <dgm:pt modelId="{8D1F7F16-34F6-4102-B420-0799121C61B5}" type="sibTrans" cxnId="{8A66059A-790D-49BE-B59C-4761430CEF55}">
      <dgm:prSet/>
      <dgm:spPr/>
      <dgm:t>
        <a:bodyPr/>
        <a:lstStyle/>
        <a:p>
          <a:endParaRPr lang="en-US"/>
        </a:p>
      </dgm:t>
    </dgm:pt>
    <dgm:pt modelId="{47D212D9-3FB2-473E-9BB7-90B8A48D35AE}" type="pres">
      <dgm:prSet presAssocID="{53E3A06E-CC8B-405C-8385-75832568A32B}" presName="root" presStyleCnt="0">
        <dgm:presLayoutVars>
          <dgm:dir/>
          <dgm:resizeHandles val="exact"/>
        </dgm:presLayoutVars>
      </dgm:prSet>
      <dgm:spPr/>
    </dgm:pt>
    <dgm:pt modelId="{FBB563E2-8B63-48D3-BB82-F368E343C730}" type="pres">
      <dgm:prSet presAssocID="{FF9F534B-3CE0-4633-8E99-9DECDADA9004}" presName="compNode" presStyleCnt="0"/>
      <dgm:spPr/>
    </dgm:pt>
    <dgm:pt modelId="{8C50B098-11B7-499F-859B-78635F119CAA}" type="pres">
      <dgm:prSet presAssocID="{FF9F534B-3CE0-4633-8E99-9DECDADA9004}" presName="iconBgRect" presStyleLbl="bgShp" presStyleIdx="0" presStyleCnt="3"/>
      <dgm:spPr/>
    </dgm:pt>
    <dgm:pt modelId="{4DF9D629-601F-4281-A315-F8194C30A288}" type="pres">
      <dgm:prSet presAssocID="{FF9F534B-3CE0-4633-8E99-9DECDADA900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368F138-775D-45BF-9782-65EC831E6CE4}" type="pres">
      <dgm:prSet presAssocID="{FF9F534B-3CE0-4633-8E99-9DECDADA9004}" presName="spaceRect" presStyleCnt="0"/>
      <dgm:spPr/>
    </dgm:pt>
    <dgm:pt modelId="{62EC138A-FD77-4F67-85DA-A483E34920BA}" type="pres">
      <dgm:prSet presAssocID="{FF9F534B-3CE0-4633-8E99-9DECDADA9004}" presName="textRect" presStyleLbl="revTx" presStyleIdx="0" presStyleCnt="3">
        <dgm:presLayoutVars>
          <dgm:chMax val="1"/>
          <dgm:chPref val="1"/>
        </dgm:presLayoutVars>
      </dgm:prSet>
      <dgm:spPr/>
    </dgm:pt>
    <dgm:pt modelId="{86612764-E65E-402F-B6EC-FDAE9A5DC23A}" type="pres">
      <dgm:prSet presAssocID="{9044099B-C979-4312-AF5B-57FC20800B28}" presName="sibTrans" presStyleCnt="0"/>
      <dgm:spPr/>
    </dgm:pt>
    <dgm:pt modelId="{9F0E696F-AB79-4837-B35F-C2D566E3B50E}" type="pres">
      <dgm:prSet presAssocID="{A054F1CB-3B14-4B0A-AB4C-23734280F8D7}" presName="compNode" presStyleCnt="0"/>
      <dgm:spPr/>
    </dgm:pt>
    <dgm:pt modelId="{4BFD25FF-3990-4C18-908A-9B2F3A4FC321}" type="pres">
      <dgm:prSet presAssocID="{A054F1CB-3B14-4B0A-AB4C-23734280F8D7}" presName="iconBgRect" presStyleLbl="bgShp" presStyleIdx="1" presStyleCnt="3"/>
      <dgm:spPr/>
    </dgm:pt>
    <dgm:pt modelId="{178D8192-41FE-4D3A-B7AF-7A0C1E053B09}" type="pres">
      <dgm:prSet presAssocID="{A054F1CB-3B14-4B0A-AB4C-23734280F8D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A03D421-44FC-4A1A-B198-75053CE0CC2C}" type="pres">
      <dgm:prSet presAssocID="{A054F1CB-3B14-4B0A-AB4C-23734280F8D7}" presName="spaceRect" presStyleCnt="0"/>
      <dgm:spPr/>
    </dgm:pt>
    <dgm:pt modelId="{73BB411B-A84D-4E10-9D74-9B7D8A295915}" type="pres">
      <dgm:prSet presAssocID="{A054F1CB-3B14-4B0A-AB4C-23734280F8D7}" presName="textRect" presStyleLbl="revTx" presStyleIdx="1" presStyleCnt="3">
        <dgm:presLayoutVars>
          <dgm:chMax val="1"/>
          <dgm:chPref val="1"/>
        </dgm:presLayoutVars>
      </dgm:prSet>
      <dgm:spPr/>
    </dgm:pt>
    <dgm:pt modelId="{8BCF5789-4AFD-4498-AA49-32409BA2EF92}" type="pres">
      <dgm:prSet presAssocID="{E0068A5F-621C-41EB-8CEC-B8E50BBD49D0}" presName="sibTrans" presStyleCnt="0"/>
      <dgm:spPr/>
    </dgm:pt>
    <dgm:pt modelId="{7A945F4C-1CB3-499D-AF9B-89661985F91E}" type="pres">
      <dgm:prSet presAssocID="{3DFA1026-9C5E-4CDC-B2F7-71FEDCDEBE9C}" presName="compNode" presStyleCnt="0"/>
      <dgm:spPr/>
    </dgm:pt>
    <dgm:pt modelId="{6019DE0F-034E-4AF2-B9BB-21844A6EF88F}" type="pres">
      <dgm:prSet presAssocID="{3DFA1026-9C5E-4CDC-B2F7-71FEDCDEBE9C}" presName="iconBgRect" presStyleLbl="bgShp" presStyleIdx="2" presStyleCnt="3"/>
      <dgm:spPr/>
    </dgm:pt>
    <dgm:pt modelId="{763C3547-00D7-49EE-ADD1-C98AE607D3EA}" type="pres">
      <dgm:prSet presAssocID="{3DFA1026-9C5E-4CDC-B2F7-71FEDCDEBE9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C04F62E2-1AD7-45FF-8EEE-D790E89D2192}" type="pres">
      <dgm:prSet presAssocID="{3DFA1026-9C5E-4CDC-B2F7-71FEDCDEBE9C}" presName="spaceRect" presStyleCnt="0"/>
      <dgm:spPr/>
    </dgm:pt>
    <dgm:pt modelId="{B7C22C17-EBA5-49DE-A10D-0E94E50FF6E8}" type="pres">
      <dgm:prSet presAssocID="{3DFA1026-9C5E-4CDC-B2F7-71FEDCDEBE9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900741F-B181-4C71-A515-B5CA65621204}" srcId="{53E3A06E-CC8B-405C-8385-75832568A32B}" destId="{A054F1CB-3B14-4B0A-AB4C-23734280F8D7}" srcOrd="1" destOrd="0" parTransId="{3693C55F-F785-4379-BC4B-4595B5C56BAC}" sibTransId="{E0068A5F-621C-41EB-8CEC-B8E50BBD49D0}"/>
    <dgm:cxn modelId="{0FCDC83C-19BF-4874-9645-1230AEB72B1E}" type="presOf" srcId="{FF9F534B-3CE0-4633-8E99-9DECDADA9004}" destId="{62EC138A-FD77-4F67-85DA-A483E34920BA}" srcOrd="0" destOrd="0" presId="urn:microsoft.com/office/officeart/2018/5/layout/IconCircleLabelList"/>
    <dgm:cxn modelId="{63663F75-CEC2-49AE-AD21-EC15861200FA}" srcId="{53E3A06E-CC8B-405C-8385-75832568A32B}" destId="{FF9F534B-3CE0-4633-8E99-9DECDADA9004}" srcOrd="0" destOrd="0" parTransId="{40F5F12A-F678-4514-9396-7EEA8EFDA587}" sibTransId="{9044099B-C979-4312-AF5B-57FC20800B28}"/>
    <dgm:cxn modelId="{36042F82-8181-4F43-8CB8-A0D4BDD4A5D6}" type="presOf" srcId="{3DFA1026-9C5E-4CDC-B2F7-71FEDCDEBE9C}" destId="{B7C22C17-EBA5-49DE-A10D-0E94E50FF6E8}" srcOrd="0" destOrd="0" presId="urn:microsoft.com/office/officeart/2018/5/layout/IconCircleLabelList"/>
    <dgm:cxn modelId="{EA578099-4963-4683-B5AC-4A61F7212766}" type="presOf" srcId="{53E3A06E-CC8B-405C-8385-75832568A32B}" destId="{47D212D9-3FB2-473E-9BB7-90B8A48D35AE}" srcOrd="0" destOrd="0" presId="urn:microsoft.com/office/officeart/2018/5/layout/IconCircleLabelList"/>
    <dgm:cxn modelId="{8A66059A-790D-49BE-B59C-4761430CEF55}" srcId="{53E3A06E-CC8B-405C-8385-75832568A32B}" destId="{3DFA1026-9C5E-4CDC-B2F7-71FEDCDEBE9C}" srcOrd="2" destOrd="0" parTransId="{994AD603-2CF8-4A21-9144-B43BCA4DC916}" sibTransId="{8D1F7F16-34F6-4102-B420-0799121C61B5}"/>
    <dgm:cxn modelId="{85B7FEDC-6281-427B-AB1C-00C7F2F68445}" type="presOf" srcId="{A054F1CB-3B14-4B0A-AB4C-23734280F8D7}" destId="{73BB411B-A84D-4E10-9D74-9B7D8A295915}" srcOrd="0" destOrd="0" presId="urn:microsoft.com/office/officeart/2018/5/layout/IconCircleLabelList"/>
    <dgm:cxn modelId="{768D7B42-F1B5-4ED1-9954-0B890C2894A2}" type="presParOf" srcId="{47D212D9-3FB2-473E-9BB7-90B8A48D35AE}" destId="{FBB563E2-8B63-48D3-BB82-F368E343C730}" srcOrd="0" destOrd="0" presId="urn:microsoft.com/office/officeart/2018/5/layout/IconCircleLabelList"/>
    <dgm:cxn modelId="{81F8BBCC-4795-42C5-A144-9ABC4A2C5BF1}" type="presParOf" srcId="{FBB563E2-8B63-48D3-BB82-F368E343C730}" destId="{8C50B098-11B7-499F-859B-78635F119CAA}" srcOrd="0" destOrd="0" presId="urn:microsoft.com/office/officeart/2018/5/layout/IconCircleLabelList"/>
    <dgm:cxn modelId="{485D981E-3C9E-4D73-9881-0917CABF7CD8}" type="presParOf" srcId="{FBB563E2-8B63-48D3-BB82-F368E343C730}" destId="{4DF9D629-601F-4281-A315-F8194C30A288}" srcOrd="1" destOrd="0" presId="urn:microsoft.com/office/officeart/2018/5/layout/IconCircleLabelList"/>
    <dgm:cxn modelId="{6AEEA982-AE26-4089-92A4-FAFF5C713667}" type="presParOf" srcId="{FBB563E2-8B63-48D3-BB82-F368E343C730}" destId="{E368F138-775D-45BF-9782-65EC831E6CE4}" srcOrd="2" destOrd="0" presId="urn:microsoft.com/office/officeart/2018/5/layout/IconCircleLabelList"/>
    <dgm:cxn modelId="{8E6B77B1-F91D-483C-A5D6-227FEDE3CDC7}" type="presParOf" srcId="{FBB563E2-8B63-48D3-BB82-F368E343C730}" destId="{62EC138A-FD77-4F67-85DA-A483E34920BA}" srcOrd="3" destOrd="0" presId="urn:microsoft.com/office/officeart/2018/5/layout/IconCircleLabelList"/>
    <dgm:cxn modelId="{5A6D741A-F219-46E5-AA27-B8A6C45476D5}" type="presParOf" srcId="{47D212D9-3FB2-473E-9BB7-90B8A48D35AE}" destId="{86612764-E65E-402F-B6EC-FDAE9A5DC23A}" srcOrd="1" destOrd="0" presId="urn:microsoft.com/office/officeart/2018/5/layout/IconCircleLabelList"/>
    <dgm:cxn modelId="{3AAA701B-AA36-43EB-B4AD-B3B10B115267}" type="presParOf" srcId="{47D212D9-3FB2-473E-9BB7-90B8A48D35AE}" destId="{9F0E696F-AB79-4837-B35F-C2D566E3B50E}" srcOrd="2" destOrd="0" presId="urn:microsoft.com/office/officeart/2018/5/layout/IconCircleLabelList"/>
    <dgm:cxn modelId="{FD96AA25-A772-4FAF-AB54-728FC8EEEAAB}" type="presParOf" srcId="{9F0E696F-AB79-4837-B35F-C2D566E3B50E}" destId="{4BFD25FF-3990-4C18-908A-9B2F3A4FC321}" srcOrd="0" destOrd="0" presId="urn:microsoft.com/office/officeart/2018/5/layout/IconCircleLabelList"/>
    <dgm:cxn modelId="{DEAA3A2F-AD7F-42AE-928D-C98DD8F6DDCA}" type="presParOf" srcId="{9F0E696F-AB79-4837-B35F-C2D566E3B50E}" destId="{178D8192-41FE-4D3A-B7AF-7A0C1E053B09}" srcOrd="1" destOrd="0" presId="urn:microsoft.com/office/officeart/2018/5/layout/IconCircleLabelList"/>
    <dgm:cxn modelId="{D2E3AAA6-C929-468A-A349-3733ED8F7A0B}" type="presParOf" srcId="{9F0E696F-AB79-4837-B35F-C2D566E3B50E}" destId="{2A03D421-44FC-4A1A-B198-75053CE0CC2C}" srcOrd="2" destOrd="0" presId="urn:microsoft.com/office/officeart/2018/5/layout/IconCircleLabelList"/>
    <dgm:cxn modelId="{4CD5CEA3-2E22-40A6-A971-0434CDD2DAF3}" type="presParOf" srcId="{9F0E696F-AB79-4837-B35F-C2D566E3B50E}" destId="{73BB411B-A84D-4E10-9D74-9B7D8A295915}" srcOrd="3" destOrd="0" presId="urn:microsoft.com/office/officeart/2018/5/layout/IconCircleLabelList"/>
    <dgm:cxn modelId="{D7752CA7-0032-4B7C-B912-F5FED0E13727}" type="presParOf" srcId="{47D212D9-3FB2-473E-9BB7-90B8A48D35AE}" destId="{8BCF5789-4AFD-4498-AA49-32409BA2EF92}" srcOrd="3" destOrd="0" presId="urn:microsoft.com/office/officeart/2018/5/layout/IconCircleLabelList"/>
    <dgm:cxn modelId="{BCC5E9F1-10C1-49E1-99D7-421F1F29DC1C}" type="presParOf" srcId="{47D212D9-3FB2-473E-9BB7-90B8A48D35AE}" destId="{7A945F4C-1CB3-499D-AF9B-89661985F91E}" srcOrd="4" destOrd="0" presId="urn:microsoft.com/office/officeart/2018/5/layout/IconCircleLabelList"/>
    <dgm:cxn modelId="{298E5872-A052-41D0-953B-808807B94188}" type="presParOf" srcId="{7A945F4C-1CB3-499D-AF9B-89661985F91E}" destId="{6019DE0F-034E-4AF2-B9BB-21844A6EF88F}" srcOrd="0" destOrd="0" presId="urn:microsoft.com/office/officeart/2018/5/layout/IconCircleLabelList"/>
    <dgm:cxn modelId="{D75E488C-CFFC-4C88-A0E0-AC7E0A694A63}" type="presParOf" srcId="{7A945F4C-1CB3-499D-AF9B-89661985F91E}" destId="{763C3547-00D7-49EE-ADD1-C98AE607D3EA}" srcOrd="1" destOrd="0" presId="urn:microsoft.com/office/officeart/2018/5/layout/IconCircleLabelList"/>
    <dgm:cxn modelId="{94A4B16D-A2DA-49E2-8DD3-5FF586C84014}" type="presParOf" srcId="{7A945F4C-1CB3-499D-AF9B-89661985F91E}" destId="{C04F62E2-1AD7-45FF-8EEE-D790E89D2192}" srcOrd="2" destOrd="0" presId="urn:microsoft.com/office/officeart/2018/5/layout/IconCircleLabelList"/>
    <dgm:cxn modelId="{8E55D17A-ABE1-42E0-9B00-8639CFF79455}" type="presParOf" srcId="{7A945F4C-1CB3-499D-AF9B-89661985F91E}" destId="{B7C22C17-EBA5-49DE-A10D-0E94E50FF6E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A7ABF0-0C4D-4F3D-BF5F-DD0F35B1BE6C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38D05-2F37-4649-821B-DA64B37EFB37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Database systems manage data efficiently</a:t>
          </a:r>
        </a:p>
      </dsp:txBody>
      <dsp:txXfrm>
        <a:off x="25435" y="2276522"/>
        <a:ext cx="1800000" cy="720000"/>
      </dsp:txXfrm>
    </dsp:sp>
    <dsp:sp modelId="{163CD843-AA95-47F7-B00C-449034A8F448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D5798-D5A1-4640-9A29-295866BBBE9B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Vehicle Management System</a:t>
          </a:r>
        </a:p>
      </dsp:txBody>
      <dsp:txXfrm>
        <a:off x="2140435" y="2276522"/>
        <a:ext cx="1800000" cy="720000"/>
      </dsp:txXfrm>
    </dsp:sp>
    <dsp:sp modelId="{911CD1B0-022F-49A6-9623-BBA29AEFB694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EE59A4-B333-4C41-85C7-43E93E43C622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Built using Java and SQLite</a:t>
          </a:r>
        </a:p>
      </dsp:txBody>
      <dsp:txXfrm>
        <a:off x="4255435" y="2276522"/>
        <a:ext cx="1800000" cy="720000"/>
      </dsp:txXfrm>
    </dsp:sp>
    <dsp:sp modelId="{986F3982-F371-4651-A822-591E1EE0F68C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6BFCB-4805-43C4-BAA3-BA94909859A4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Manages vehicles, owners, service records</a:t>
          </a:r>
        </a:p>
      </dsp:txBody>
      <dsp:txXfrm>
        <a:off x="6370435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84E709-C933-4EF7-9E97-BBC42BA31319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80AE08-3BA7-4586-9AB5-D3C8584056B9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5C6A7-035D-43EA-A07E-E2D6F2ACF270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Manage vehicle data</a:t>
          </a:r>
        </a:p>
      </dsp:txBody>
      <dsp:txXfrm>
        <a:off x="1330115" y="659889"/>
        <a:ext cx="2546008" cy="1080124"/>
      </dsp:txXfrm>
    </dsp:sp>
    <dsp:sp modelId="{F72E6F70-2027-4AB6-9B78-59D40CFCD027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3D4BD-2305-4F1C-B024-4D60347541AF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CA814-EC3B-401E-A0D7-A1FE2E7CC0A5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Link vehicles to owners</a:t>
          </a:r>
        </a:p>
      </dsp:txBody>
      <dsp:txXfrm>
        <a:off x="5631327" y="659889"/>
        <a:ext cx="2546008" cy="1080124"/>
      </dsp:txXfrm>
    </dsp:sp>
    <dsp:sp modelId="{A465A080-54A1-4461-994A-5BB16D02BE2A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49A302-7718-45CA-B0BB-D11EE0457064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B56BB-6A0B-46D4-8A9E-A70C09D3A8AC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Track service history</a:t>
          </a:r>
        </a:p>
      </dsp:txBody>
      <dsp:txXfrm>
        <a:off x="1330115" y="2452790"/>
        <a:ext cx="2546008" cy="1080124"/>
      </dsp:txXfrm>
    </dsp:sp>
    <dsp:sp modelId="{A3B8B22D-6216-48AE-A48A-E9439BE0E893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47F183-5FD0-4A69-A354-B916ABF66EA4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F4D20-47D9-45F4-8121-DAFC5351FC9C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Perform CRUD operations</a:t>
          </a:r>
        </a:p>
      </dsp:txBody>
      <dsp:txXfrm>
        <a:off x="5631327" y="2452790"/>
        <a:ext cx="2546008" cy="10801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F8430D-089E-47BF-BFFC-C7F4F5257970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A96BBB-3BDF-4304-A731-4C1C1D6C50CD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Java (JDBC)</a:t>
          </a:r>
        </a:p>
      </dsp:txBody>
      <dsp:txXfrm>
        <a:off x="78583" y="2435142"/>
        <a:ext cx="2399612" cy="720000"/>
      </dsp:txXfrm>
    </dsp:sp>
    <dsp:sp modelId="{2EB3C170-4D72-4C8C-B17D-C39117904B39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99848-265D-4F2B-B495-3B3197ACF3D8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SQLite</a:t>
          </a:r>
        </a:p>
      </dsp:txBody>
      <dsp:txXfrm>
        <a:off x="2898129" y="2435142"/>
        <a:ext cx="2399612" cy="720000"/>
      </dsp:txXfrm>
    </dsp:sp>
    <dsp:sp modelId="{38557E3D-A086-4257-940C-739B2B0F1E90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9708E-3BEC-4078-9D13-C71BF0312CBC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SQL</a:t>
          </a:r>
        </a:p>
      </dsp:txBody>
      <dsp:txXfrm>
        <a:off x="5717674" y="2435142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6A24CD-F593-4A52-B106-C6095CD84E1F}">
      <dsp:nvSpPr>
        <dsp:cNvPr id="0" name=""/>
        <dsp:cNvSpPr/>
      </dsp:nvSpPr>
      <dsp:spPr>
        <a:xfrm>
          <a:off x="351326" y="1695"/>
          <a:ext cx="723779" cy="72377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81FD0D-1778-4674-9434-12F456803FA7}">
      <dsp:nvSpPr>
        <dsp:cNvPr id="0" name=""/>
        <dsp:cNvSpPr/>
      </dsp:nvSpPr>
      <dsp:spPr>
        <a:xfrm>
          <a:off x="505574" y="155943"/>
          <a:ext cx="415283" cy="4152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2AE64-ABE9-4F70-A4E9-46CA0A0CB794}">
      <dsp:nvSpPr>
        <dsp:cNvPr id="0" name=""/>
        <dsp:cNvSpPr/>
      </dsp:nvSpPr>
      <dsp:spPr>
        <a:xfrm>
          <a:off x="119954" y="950914"/>
          <a:ext cx="1186523" cy="474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Owner, Vehicle, ServiceRecord</a:t>
          </a:r>
        </a:p>
      </dsp:txBody>
      <dsp:txXfrm>
        <a:off x="119954" y="950914"/>
        <a:ext cx="1186523" cy="474609"/>
      </dsp:txXfrm>
    </dsp:sp>
    <dsp:sp modelId="{384975B6-6D3C-4C66-B93C-93EFB441450E}">
      <dsp:nvSpPr>
        <dsp:cNvPr id="0" name=""/>
        <dsp:cNvSpPr/>
      </dsp:nvSpPr>
      <dsp:spPr>
        <a:xfrm>
          <a:off x="1745491" y="1695"/>
          <a:ext cx="723779" cy="72377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1C7DB-B0EF-4A8E-B9AE-6C958D3FA595}">
      <dsp:nvSpPr>
        <dsp:cNvPr id="0" name=""/>
        <dsp:cNvSpPr/>
      </dsp:nvSpPr>
      <dsp:spPr>
        <a:xfrm>
          <a:off x="1899739" y="155943"/>
          <a:ext cx="415283" cy="4152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B779BC-8112-4FAF-BB24-4DE23FFA72A9}">
      <dsp:nvSpPr>
        <dsp:cNvPr id="0" name=""/>
        <dsp:cNvSpPr/>
      </dsp:nvSpPr>
      <dsp:spPr>
        <a:xfrm>
          <a:off x="1514119" y="950914"/>
          <a:ext cx="1186523" cy="474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One-to-many relationships</a:t>
          </a:r>
        </a:p>
      </dsp:txBody>
      <dsp:txXfrm>
        <a:off x="1514119" y="950914"/>
        <a:ext cx="1186523" cy="474609"/>
      </dsp:txXfrm>
    </dsp:sp>
    <dsp:sp modelId="{F3EE2E90-5E06-44D5-9DE3-B9C503E36243}">
      <dsp:nvSpPr>
        <dsp:cNvPr id="0" name=""/>
        <dsp:cNvSpPr/>
      </dsp:nvSpPr>
      <dsp:spPr>
        <a:xfrm>
          <a:off x="1048408" y="1722154"/>
          <a:ext cx="723779" cy="72377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833260-DA46-4630-8FD6-37FF8561DAE9}">
      <dsp:nvSpPr>
        <dsp:cNvPr id="0" name=""/>
        <dsp:cNvSpPr/>
      </dsp:nvSpPr>
      <dsp:spPr>
        <a:xfrm>
          <a:off x="1202656" y="1876402"/>
          <a:ext cx="415283" cy="4152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73993A-FE3E-45BE-9A37-0806A75EB240}">
      <dsp:nvSpPr>
        <dsp:cNvPr id="0" name=""/>
        <dsp:cNvSpPr/>
      </dsp:nvSpPr>
      <dsp:spPr>
        <a:xfrm>
          <a:off x="817036" y="2671373"/>
          <a:ext cx="1186523" cy="474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Foreign keys</a:t>
          </a:r>
        </a:p>
      </dsp:txBody>
      <dsp:txXfrm>
        <a:off x="817036" y="2671373"/>
        <a:ext cx="1186523" cy="4746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314755-6183-4F56-ADB1-63B6A622FCF1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2DF2B-8CBF-4EC2-B3BB-6033E48330A7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Tables: Owner, Vehicle, ServiceRecord</a:t>
          </a:r>
        </a:p>
      </dsp:txBody>
      <dsp:txXfrm>
        <a:off x="590191" y="770569"/>
        <a:ext cx="1821339" cy="1821339"/>
      </dsp:txXfrm>
    </dsp:sp>
    <dsp:sp modelId="{471FC0A6-3D46-4723-9D85-D772841D995D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Primary keys</a:t>
          </a:r>
        </a:p>
      </dsp:txBody>
      <dsp:txXfrm>
        <a:off x="2763852" y="770569"/>
        <a:ext cx="1821339" cy="1821339"/>
      </dsp:txXfrm>
    </dsp:sp>
    <dsp:sp modelId="{C1B34576-9111-4390-960B-52318DEC5501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Foreign keys</a:t>
          </a:r>
        </a:p>
      </dsp:txBody>
      <dsp:txXfrm>
        <a:off x="590191" y="2944231"/>
        <a:ext cx="1821339" cy="1821339"/>
      </dsp:txXfrm>
    </dsp:sp>
    <dsp:sp modelId="{EB7BF36B-FC19-4D24-BE1C-A7F267FD46C0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SQL schema</a:t>
          </a:r>
        </a:p>
      </dsp:txBody>
      <dsp:txXfrm>
        <a:off x="2763852" y="2944231"/>
        <a:ext cx="1821339" cy="18213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161BF-4F27-41E4-966D-153CEDA8E3DD}">
      <dsp:nvSpPr>
        <dsp:cNvPr id="0" name=""/>
        <dsp:cNvSpPr/>
      </dsp:nvSpPr>
      <dsp:spPr>
        <a:xfrm>
          <a:off x="0" y="48990"/>
          <a:ext cx="5175384" cy="1247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• INSERT</a:t>
          </a:r>
        </a:p>
      </dsp:txBody>
      <dsp:txXfrm>
        <a:off x="60884" y="109874"/>
        <a:ext cx="5053616" cy="1125452"/>
      </dsp:txXfrm>
    </dsp:sp>
    <dsp:sp modelId="{10EA9A43-A329-4B99-A8B5-4610DE4EE473}">
      <dsp:nvSpPr>
        <dsp:cNvPr id="0" name=""/>
        <dsp:cNvSpPr/>
      </dsp:nvSpPr>
      <dsp:spPr>
        <a:xfrm>
          <a:off x="0" y="1445970"/>
          <a:ext cx="5175384" cy="124722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• SELECT</a:t>
          </a:r>
        </a:p>
      </dsp:txBody>
      <dsp:txXfrm>
        <a:off x="60884" y="1506854"/>
        <a:ext cx="5053616" cy="1125452"/>
      </dsp:txXfrm>
    </dsp:sp>
    <dsp:sp modelId="{ECD080F4-B32D-4F56-B591-184CDBD74329}">
      <dsp:nvSpPr>
        <dsp:cNvPr id="0" name=""/>
        <dsp:cNvSpPr/>
      </dsp:nvSpPr>
      <dsp:spPr>
        <a:xfrm>
          <a:off x="0" y="2842950"/>
          <a:ext cx="5175384" cy="124722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• UPDATE</a:t>
          </a:r>
        </a:p>
      </dsp:txBody>
      <dsp:txXfrm>
        <a:off x="60884" y="2903834"/>
        <a:ext cx="5053616" cy="1125452"/>
      </dsp:txXfrm>
    </dsp:sp>
    <dsp:sp modelId="{BA347E55-87B1-4AF0-BD7F-D05A2E371FBB}">
      <dsp:nvSpPr>
        <dsp:cNvPr id="0" name=""/>
        <dsp:cNvSpPr/>
      </dsp:nvSpPr>
      <dsp:spPr>
        <a:xfrm>
          <a:off x="0" y="4239930"/>
          <a:ext cx="5175384" cy="12472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• DELETE</a:t>
          </a:r>
        </a:p>
      </dsp:txBody>
      <dsp:txXfrm>
        <a:off x="60884" y="4300814"/>
        <a:ext cx="5053616" cy="11254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6617E-ACF7-489F-9A7A-F3A7F9D0AE78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63321-0717-4082-B38D-645E60998098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FAF15-9BBC-4DD4-B1E9-3E00E0D0F396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Menu-driven console app</a:t>
          </a:r>
        </a:p>
      </dsp:txBody>
      <dsp:txXfrm>
        <a:off x="46529" y="2703902"/>
        <a:ext cx="2418750" cy="720000"/>
      </dsp:txXfrm>
    </dsp:sp>
    <dsp:sp modelId="{2C2EB673-B292-4A42-BB28-2570E674F0F5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6ADB25-8517-441D-84F9-50AB966D8875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EE2BE8-C67B-4185-B87F-7A899D2B8060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Uses JDBC</a:t>
          </a:r>
        </a:p>
      </dsp:txBody>
      <dsp:txXfrm>
        <a:off x="2888560" y="2703902"/>
        <a:ext cx="2418750" cy="720000"/>
      </dsp:txXfrm>
    </dsp:sp>
    <dsp:sp modelId="{2FE1C191-D78E-4003-813C-C858F6C8D8B7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8EA46-9BD1-4E31-AEB6-8C832BEB3EA1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6939E-5B76-43C1-80FC-47517FCCDCE1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Performs CRUD operations</a:t>
          </a:r>
        </a:p>
      </dsp:txBody>
      <dsp:txXfrm>
        <a:off x="5730591" y="2703902"/>
        <a:ext cx="24187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4E5172-EABE-4958-836F-0CC2B7C16F78}">
      <dsp:nvSpPr>
        <dsp:cNvPr id="0" name=""/>
        <dsp:cNvSpPr/>
      </dsp:nvSpPr>
      <dsp:spPr>
        <a:xfrm>
          <a:off x="274304" y="391346"/>
          <a:ext cx="856740" cy="85674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07D6FF-0731-4323-8337-0ADFB1967E6B}">
      <dsp:nvSpPr>
        <dsp:cNvPr id="0" name=""/>
        <dsp:cNvSpPr/>
      </dsp:nvSpPr>
      <dsp:spPr>
        <a:xfrm>
          <a:off x="456888" y="573930"/>
          <a:ext cx="491572" cy="4915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0731DD-0D90-46CE-9E27-6BBB396D5519}">
      <dsp:nvSpPr>
        <dsp:cNvPr id="0" name=""/>
        <dsp:cNvSpPr/>
      </dsp:nvSpPr>
      <dsp:spPr>
        <a:xfrm>
          <a:off x="0" y="1516120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Main + DatabaseConnection</a:t>
          </a:r>
        </a:p>
      </dsp:txBody>
      <dsp:txXfrm>
        <a:off x="0" y="1516120"/>
        <a:ext cx="1404492" cy="561796"/>
      </dsp:txXfrm>
    </dsp:sp>
    <dsp:sp modelId="{293D3EDB-5934-4054-ABAD-D7F4AEFC9A3D}">
      <dsp:nvSpPr>
        <dsp:cNvPr id="0" name=""/>
        <dsp:cNvSpPr/>
      </dsp:nvSpPr>
      <dsp:spPr>
        <a:xfrm>
          <a:off x="1924583" y="391346"/>
          <a:ext cx="856740" cy="85674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EF94F-D2A5-4D57-A6C2-409DB539BFB8}">
      <dsp:nvSpPr>
        <dsp:cNvPr id="0" name=""/>
        <dsp:cNvSpPr/>
      </dsp:nvSpPr>
      <dsp:spPr>
        <a:xfrm>
          <a:off x="2107167" y="573930"/>
          <a:ext cx="491572" cy="4915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1133F-81FD-4E57-9E96-0F69C85FB461}">
      <dsp:nvSpPr>
        <dsp:cNvPr id="0" name=""/>
        <dsp:cNvSpPr/>
      </dsp:nvSpPr>
      <dsp:spPr>
        <a:xfrm>
          <a:off x="1650707" y="1514940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Organized Structure</a:t>
          </a:r>
        </a:p>
      </dsp:txBody>
      <dsp:txXfrm>
        <a:off x="1650707" y="1514940"/>
        <a:ext cx="1404492" cy="56179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0B098-11B7-499F-859B-78635F119CAA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9D629-601F-4281-A315-F8194C30A288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C138A-FD77-4F67-85DA-A483E34920BA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System implemented successfully</a:t>
          </a:r>
        </a:p>
      </dsp:txBody>
      <dsp:txXfrm>
        <a:off x="46529" y="2703902"/>
        <a:ext cx="2418750" cy="720000"/>
      </dsp:txXfrm>
    </dsp:sp>
    <dsp:sp modelId="{4BFD25FF-3990-4C18-908A-9B2F3A4FC321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D8192-41FE-4D3A-B7AF-7A0C1E053B09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B411B-A84D-4E10-9D74-9B7D8A295915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• Demonstrates database and Java integration</a:t>
          </a:r>
        </a:p>
      </dsp:txBody>
      <dsp:txXfrm>
        <a:off x="2888560" y="2703902"/>
        <a:ext cx="2418750" cy="720000"/>
      </dsp:txXfrm>
    </dsp:sp>
    <dsp:sp modelId="{6019DE0F-034E-4AF2-B9BB-21844A6EF88F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C3547-00D7-49EE-ADD1-C98AE607D3EA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C22C17-EBA5-49DE-A10D-0E94E50FF6E8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• Can be extended in future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0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CA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Vehicle Management Database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CA" sz="2400" dirty="0"/>
              <a:t>Tarun Badhan</a:t>
            </a:r>
          </a:p>
          <a:p>
            <a:r>
              <a:rPr lang="en-CA" sz="2400" dirty="0"/>
              <a:t>Student ID: 3775318</a:t>
            </a:r>
          </a:p>
          <a:p>
            <a:r>
              <a:rPr lang="en-CA" sz="2400" dirty="0"/>
              <a:t>CS 1103</a:t>
            </a: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6182D189-DA3F-5183-9F16-03C99F0E15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59" r="3109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6B4F795-1477-94F9-BD7E-60C31D8F62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3277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BC3E36-3EE1-A48E-4C15-7CBEC84A8B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372333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5D64E4-22D5-5C07-665B-EB1B6F6BC1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8844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ER Diagram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163B82-3F18-FF3A-7766-65EAF3FEA2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6667913"/>
              </p:ext>
            </p:extLst>
          </p:nvPr>
        </p:nvGraphicFramePr>
        <p:xfrm>
          <a:off x="483042" y="2112579"/>
          <a:ext cx="2820597" cy="3147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1C325DF-9B8B-8027-291D-DCE0EC35FC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2193" y="1774480"/>
            <a:ext cx="4742392" cy="430375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CA" sz="4700"/>
              <a:t>Database Design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EF220D-1387-9168-D1F3-DFB5CFBC86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757782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CA" sz="4000"/>
              <a:t>SQL Operations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24F69E-450F-76B1-EAF4-F4A02186AD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06194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Java Application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3386C4-BEB9-5C7F-CC78-16A2FD7526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14658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		Class Diagram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0" name="TextBox 2">
            <a:extLst>
              <a:ext uri="{FF2B5EF4-FFF2-40B4-BE49-F238E27FC236}">
                <a16:creationId xmlns:a16="http://schemas.microsoft.com/office/drawing/2014/main" id="{F02BF197-AA23-C59E-4DBE-37701563C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8881613"/>
              </p:ext>
            </p:extLst>
          </p:nvPr>
        </p:nvGraphicFramePr>
        <p:xfrm>
          <a:off x="483043" y="2615981"/>
          <a:ext cx="3055628" cy="24680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D784644-F460-8257-9F06-7AD311D00B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671" y="2518294"/>
            <a:ext cx="5596351" cy="3861483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678641B-1FF9-D537-8AD1-42B1FD081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24075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FBD6B-478C-2999-C5E6-AC695F2B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08D7CF77-039C-D5B3-6618-C118EE7312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4182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150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Vehicle Management Database System</vt:lpstr>
      <vt:lpstr>Introduction</vt:lpstr>
      <vt:lpstr>Objectives</vt:lpstr>
      <vt:lpstr>Technologies Used</vt:lpstr>
      <vt:lpstr>ER Diagram</vt:lpstr>
      <vt:lpstr>Database Design</vt:lpstr>
      <vt:lpstr>SQL Operations</vt:lpstr>
      <vt:lpstr>Java Application</vt:lpstr>
      <vt:lpstr>  Class Diagram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Chanchalpreet Kaur</dc:creator>
  <cp:keywords/>
  <dc:description>generated using python-pptx</dc:description>
  <cp:lastModifiedBy>Chanchalpreet Kaur</cp:lastModifiedBy>
  <cp:revision>2</cp:revision>
  <dcterms:created xsi:type="dcterms:W3CDTF">2013-01-27T09:14:16Z</dcterms:created>
  <dcterms:modified xsi:type="dcterms:W3CDTF">2026-04-12T21:46:23Z</dcterms:modified>
  <cp:category/>
</cp:coreProperties>
</file>